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Inter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113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722471"/>
            <a:ext cx="3684032" cy="446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69025" y="1204674"/>
            <a:ext cx="13092351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Context: HPE manages hybrid cloud solutions across servers, storage, networking, and software. Each product area is owned by a different engineering team, each using a different bug tracking system.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69025" y="1910477"/>
            <a:ext cx="13092351" cy="10597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69025" y="2091571"/>
            <a:ext cx="2160746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1.1 The Core Problem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9025" y="2494121"/>
            <a:ext cx="13092351" cy="105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and interpret each bug report manually across disconnected systems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which components are affected — with no AI assistance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and copy-paste tickets between JIRA, Bugzilla, and GitHub — causing context loss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resolution across each team's separate tracker with no consolidated view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Manually piece together a status update for the customer from multiple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9025" y="3685818"/>
            <a:ext cx="3892391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1.2 The Four Fragmentation Problems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69025" y="4088368"/>
            <a:ext cx="13092351" cy="2306717"/>
          </a:xfrm>
          <a:prstGeom prst="roundRect">
            <a:avLst>
              <a:gd name="adj" fmla="val 260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6645" y="4095988"/>
            <a:ext cx="13077111" cy="3093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9401" y="4157543"/>
            <a:ext cx="6249233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61766" y="4157543"/>
            <a:ext cx="6249233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6645" y="4405313"/>
            <a:ext cx="13077111" cy="4955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9401" y="4466868"/>
            <a:ext cx="6249233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Scattered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61766" y="4466868"/>
            <a:ext cx="6249233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Engineers must search across JIRA Cloud, JIRA On-Prem, and Bugzilla separately to understand the state of a single customer problem. There is no single pane of glass.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6645" y="4900851"/>
            <a:ext cx="13077111" cy="4955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9401" y="4962406"/>
            <a:ext cx="6249233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Unified 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61766" y="4962406"/>
            <a:ext cx="6249233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and executives have no single status page. Each team gives separate, inconsistent updates.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6645" y="5396389"/>
            <a:ext cx="13077111" cy="4955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19401" y="5457944"/>
            <a:ext cx="6249233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triage &amp; routing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61766" y="5457944"/>
            <a:ext cx="6249233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Incoming bugs often end up in the wrong repository. Engineers manually reclassify and re-file them. This wastes time and increases error rates.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6645" y="5891927"/>
            <a:ext cx="13077111" cy="4955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19401" y="5953482"/>
            <a:ext cx="6249233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Lost lineage &amp; context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61766" y="5953482"/>
            <a:ext cx="6249233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bug is copied or reclassified into another system, the relationship between the original and the new ticket is not maintained, leading to inconsistent tracking.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9025" y="6529983"/>
            <a:ext cx="2222302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1.3 Example Scenario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83218" y="7033617"/>
            <a:ext cx="12878157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"Customer reports: 'I cannot create a VM in our private cloud.' The failure could be caused by storage (disk quota), server (hypervisor timeout), or networking (vSwitch failure) — or all three simultaneously. Today: 3 separate engineers manually file 3 separate tickets with no linkage. Resolution time: 20-30 minutes per bug. With our system: fully automated in under 10 seconds."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9025" y="6932533"/>
            <a:ext cx="15240" cy="574596"/>
          </a:xfrm>
          <a:prstGeom prst="rect">
            <a:avLst/>
          </a:prstGeom>
          <a:solidFill>
            <a:srgbClr val="2B0A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4268"/>
            <a:ext cx="458735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Proposed Solution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716881"/>
            <a:ext cx="13042821" cy="13573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1993463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2.1 The Core Idea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93790" y="2551271"/>
            <a:ext cx="13042821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agentic, multi-repository bug management system that acts as a single unified interface for all bug-related workflows — create, read, update, delete — irrespective of where the bug actually lives.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5967" y="3400187"/>
            <a:ext cx="12770644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"One customer submission → AI identifies all affected components → tickets created in all relevant trackers simultaneously → one unified view shows every ticket's status across all systems."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3790" y="3236952"/>
            <a:ext cx="22860" cy="848916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4303514"/>
            <a:ext cx="351329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2.2 What the System Does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93790" y="4861322"/>
            <a:ext cx="13042821" cy="255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Multi-repository write: One bug submission automatically creates tickets in JIRA Cloud, JIRA OnPrem, and Bugzilla simultaneously based on which components are affected.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Consolidated unified view: One screen shows the status of all tickets for one customer problem. The customer sees a plain-English ETA, not three separate ticket numbers.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Federated search: Engineers search from one place. Results come from all trackers merged and ranked. No context switching.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classification and routing: The LLM reads the bug description, identifies which HPE components are affected, and routes to the correct teams automatically using a configurable routing table.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Lineage preservation: When a bug is copied or routed to multiple systems, the relationship is stored. Every ticket links back to the original customer case.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42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POC Architecture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73329"/>
            <a:ext cx="13042821" cy="16907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2406134"/>
            <a:ext cx="50889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782" y="2457212"/>
            <a:ext cx="1757839" cy="4244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62643" y="2406134"/>
            <a:ext cx="508896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fills form → FastAPI receives → Kafka queues → Intake normalises → LLM classifies + identifies components → Routing looks up CMDBTeamRegistry → CRUD creates tickets in parallel (JIRA + Bugzilla) → Unified UI shows all tickets for one case → Engineer searches across all systems from one box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72123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789027"/>
            <a:ext cx="9107924" cy="488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Future Scope — Post-POC / Production Grade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781407" y="1531858"/>
            <a:ext cx="13067586" cy="11668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1407" y="1703665"/>
            <a:ext cx="13067586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POC proves the core loop. Everything below is designed, documented, and architecturally ready. Each item has a clear trigger for when it becomes necessary.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1407" y="2035969"/>
            <a:ext cx="13067586" cy="5404485"/>
          </a:xfrm>
          <a:prstGeom prst="roundRect">
            <a:avLst>
              <a:gd name="adj" fmla="val 121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9027" y="2043589"/>
            <a:ext cx="13052346" cy="3555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45356" y="2115741"/>
            <a:ext cx="2294215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59612" y="2115741"/>
            <a:ext cx="3595568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to add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75220" y="2115741"/>
            <a:ext cx="6209943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enables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9027" y="2399109"/>
            <a:ext cx="13052346" cy="5667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45356" y="2471261"/>
            <a:ext cx="2294215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 cache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59612" y="2471261"/>
            <a:ext cx="3595568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monitoring tools fire the same alert 100+ times/day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5220" y="2471261"/>
            <a:ext cx="6209943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results cached 5 min. LLM cost drops 90%. Same bug, instant response.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9027" y="2965847"/>
            <a:ext cx="13052346" cy="5667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45356" y="3037999"/>
            <a:ext cx="2294215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Enrichment Agent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59612" y="3037999"/>
            <a:ext cx="3595568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core pipeline is stable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5220" y="3037999"/>
            <a:ext cx="6209943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receives KB articles alongside bug description. Classification accuracy improves.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9027" y="3532584"/>
            <a:ext cx="13052346" cy="5667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45356" y="3604736"/>
            <a:ext cx="2294215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Similarity / dedup 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59612" y="3604736"/>
            <a:ext cx="3595568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4+ weeks of production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75220" y="3604736"/>
            <a:ext cx="6209943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Finds semantically similar past bugs. Monitoring alert deduplication — 500 alerts → 1 ticket.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9027" y="4099322"/>
            <a:ext cx="13052346" cy="3555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45356" y="4171474"/>
            <a:ext cx="2294215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Neo4j lineage graph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59612" y="4171474"/>
            <a:ext cx="3595568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multi-hop relationship traversal is needed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75220" y="4171474"/>
            <a:ext cx="6209943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forensic audit trail. Relationship based queries in milliseconds.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9027" y="4454843"/>
            <a:ext cx="13052346" cy="5667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45356" y="4526994"/>
            <a:ext cx="2294215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Elasticsearch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59612" y="4526994"/>
            <a:ext cx="3595568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semantic search across historical data is needed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75220" y="4526994"/>
            <a:ext cx="6209943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Meaning-based search. 'Find bugs like this one' without shared keywords.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89027" y="5021580"/>
            <a:ext cx="13052346" cy="3555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45356" y="5093732"/>
            <a:ext cx="2294215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 Agent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59612" y="5093732"/>
            <a:ext cx="3595568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going to production customer traffic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75220" y="5093732"/>
            <a:ext cx="6209943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deadline tracking.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89027" y="5377101"/>
            <a:ext cx="13052346" cy="5667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45356" y="5449252"/>
            <a:ext cx="2294215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Refinement Agent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559612" y="5449252"/>
            <a:ext cx="3595568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2+ months of correction data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75220" y="5449252"/>
            <a:ext cx="6209943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 detection. Auto-updates routing rules when engineers correct the same mistake 5+ times.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89027" y="5943838"/>
            <a:ext cx="13052346" cy="3555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45356" y="6015990"/>
            <a:ext cx="2294215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OpenTelemetry + Grafana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59612" y="6015990"/>
            <a:ext cx="3595568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 have 5+ services to debug across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475220" y="6015990"/>
            <a:ext cx="6209943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traces. Find any failure across all agents in under 30 seconds.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9027" y="6299359"/>
            <a:ext cx="13052346" cy="5667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45356" y="6371511"/>
            <a:ext cx="2294215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+ HPA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559612" y="6371511"/>
            <a:ext cx="3595568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Docker Compose is the bottleneck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475220" y="6371511"/>
            <a:ext cx="6209943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Orchestrator scales 1→10 pods under load. Zero-downtime deployments. HPA manifests ready now.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89027" y="6866096"/>
            <a:ext cx="13052346" cy="5667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945356" y="6938248"/>
            <a:ext cx="2294215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protocol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559612" y="6938248"/>
            <a:ext cx="3595568" cy="422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10+ external systems connect dynamically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475220" y="6938248"/>
            <a:ext cx="6209943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 tool discovery. New trackers register without restarting orchestrator.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0088"/>
            <a:ext cx="59363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 Execution Timeline — 6 Weeks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93790" y="1389221"/>
            <a:ext cx="13042821" cy="10954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1544717"/>
            <a:ext cx="13042821" cy="5984796"/>
          </a:xfrm>
          <a:prstGeom prst="roundRect">
            <a:avLst>
              <a:gd name="adj" fmla="val 103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1552337"/>
            <a:ext cx="13027581" cy="3245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49047" y="1617345"/>
            <a:ext cx="1004054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55520" y="1617345"/>
            <a:ext cx="23030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60965" y="1617345"/>
            <a:ext cx="490859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71973" y="1617345"/>
            <a:ext cx="360961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1410" y="1876901"/>
            <a:ext cx="13027581" cy="11029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49047" y="1941909"/>
            <a:ext cx="1004054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255520" y="1941909"/>
            <a:ext cx="2303026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+ entry layer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60965" y="1941909"/>
            <a:ext cx="4908590" cy="97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Compose: postgres + backend + frontend + kafka; PostgreSQL schema (all 4 tables + seed CMDB); FastAPI gateway: POST /bugs, GET /bugs/{id}, GET /search; JWT auth with 3 roles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71973" y="1941909"/>
            <a:ext cx="3609618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/bugs returns 202. Row in DB.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1410" y="2979896"/>
            <a:ext cx="13027581" cy="8597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49047" y="3044904"/>
            <a:ext cx="1004054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2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255520" y="3044904"/>
            <a:ext cx="2303026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Orchestrator + Intake + Classification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860965" y="3044904"/>
            <a:ext cx="4908590" cy="72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orchestrator: state machine, retry, circuit breaker; Intake Agent: normalise, UUID, keywords; Classification Agent: LLM API + retry + fallback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071973" y="3044904"/>
            <a:ext cx="3609618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 classified with severity + components in DB.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01410" y="3839647"/>
            <a:ext cx="13027581" cy="8597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49047" y="3904655"/>
            <a:ext cx="1004054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3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255520" y="3904655"/>
            <a:ext cx="2303026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 + CRUD + Connectors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860965" y="3904655"/>
            <a:ext cx="4908590" cy="72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 Agent: CMDB lookup, hard policies; CRUD Agent: Outbox idempotency; JIRA Cloud connector (real REST API); Bugzilla connector (real or mock)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0071973" y="3904655"/>
            <a:ext cx="3609618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JIRA ticket created. Outbox prevents duplicate on retry.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01410" y="4699397"/>
            <a:ext cx="13027581" cy="8597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49047" y="4764405"/>
            <a:ext cx="1004054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2255520" y="4764405"/>
            <a:ext cx="2303026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UI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860965" y="4764405"/>
            <a:ext cx="4908590" cy="72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bug page with real-time classification result; Case detail page: all tickets, all statuses, persona views; Dashboard: list all cases, filter by severity/status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0071973" y="4764405"/>
            <a:ext cx="3609618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End-to-end: form to unified view works.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801410" y="5559147"/>
            <a:ext cx="13027581" cy="8597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49047" y="5624155"/>
            <a:ext cx="1004054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5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2255520" y="5624155"/>
            <a:ext cx="2303026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Federated search + admin panel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860965" y="5624155"/>
            <a:ext cx="4908590" cy="72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Federated search: parallel calls to JIRA + Bugzilla, merged results; Admin panel: live CMDB edit (the routing change demo)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0071973" y="5624155"/>
            <a:ext cx="3609618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returns results from all systems. Live routing change works.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801410" y="6418898"/>
            <a:ext cx="13027581" cy="11029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49047" y="6483906"/>
            <a:ext cx="1004054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6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2255520" y="6483906"/>
            <a:ext cx="2303026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Polish + demo prep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4860965" y="6483906"/>
            <a:ext cx="4908590" cy="97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cases: JIRA down, LLM slow, bad input handled; Docker Compose verified on clean machine; K8s manifests written and ready to show; Demo script rehearsed 3+ times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10071973" y="6483906"/>
            <a:ext cx="3609618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demo runs cleanly 3 times in a row.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6300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6. POC Demo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854518"/>
            <a:ext cx="13042821" cy="14407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2101334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demo proves every architectural claim with live behaviour. Each moment corresponds to a specific design decision.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3790" y="2570917"/>
            <a:ext cx="13042821" cy="4782264"/>
          </a:xfrm>
          <a:prstGeom prst="roundRect">
            <a:avLst>
              <a:gd name="adj" fmla="val 169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2578537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94291" y="2684383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03546" y="2684383"/>
            <a:ext cx="481786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14554" y="2684383"/>
            <a:ext cx="482167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proves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1410" y="3075503"/>
            <a:ext cx="13027581" cy="106751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94291" y="3181350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Multi-repo write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03546" y="3181350"/>
            <a:ext cx="4817864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'VM creation fails'. Watch orchestrator logs run 4 agents. Show JIRA ticket STO-108 + Bugzilla BZ-302 created.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14554" y="3181350"/>
            <a:ext cx="4821674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value: one submission → multiple trackers. No manual filing.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1410" y="4143018"/>
            <a:ext cx="13027581" cy="10675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94291" y="4248864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view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03546" y="4248864"/>
            <a:ext cx="4817864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case detail page. Show all tickets, all teams, all statuses in one screen. Switch persona views (customer vs engineer).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14554" y="4248864"/>
            <a:ext cx="4821674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pane of glass. Customer sees ETA. Engineer sees ticket links + reasoning.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1410" y="5210532"/>
            <a:ext cx="13027581" cy="106751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94291" y="5316379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routing change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03546" y="5316379"/>
            <a:ext cx="4817864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admin panel: change NetworkTeam tracker from Bugzilla to JIRA. Submit network bug. Watch it go to JIRA instead.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14554" y="5316379"/>
            <a:ext cx="4821674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 as configuration. One SQL update, zero code change, immediate effect.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1410" y="6278047"/>
            <a:ext cx="13027581" cy="10675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94291" y="6383893"/>
            <a:ext cx="221611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Federated search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03546" y="6383893"/>
            <a:ext cx="4817864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'VM provisioning'. Results from JIRA + Bugzilla merged. Each result shows which system it came from.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814554" y="6383893"/>
            <a:ext cx="4821674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search box across all systems. No context switching.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6037"/>
            <a:ext cx="108121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7. Comparison b/w POC &amp; Future Scope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95118"/>
            <a:ext cx="13042821" cy="16907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2450663"/>
            <a:ext cx="373332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the POC delivers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102769"/>
            <a:ext cx="6244709" cy="394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bug submission creates tickets in all affected trackers simultaneously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identifies which teams own which components — no manual guessing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unified view shows every ticket's status across all trackers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Federated search across all bug systems from one search box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routing configuration — change trackers without touching code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450663"/>
            <a:ext cx="62447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designed and ready for production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599521" y="3528060"/>
            <a:ext cx="6244709" cy="394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10-agent pipeline with Neo4j lineage, Elasticsearch similarity, Refinement loop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+ HPA autoscaling manifests written and demonstrable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security stack: Vault, HMAC, prompt injection defence, PII masking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observability: OpenTelemetry, Grafana, Arize Phoenix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Multi-LLM backend support: Claude, GPT-4o, Bedrock, Ollama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1462</Words>
  <Application>Microsoft Office PowerPoint</Application>
  <PresentationFormat>Custom</PresentationFormat>
  <Paragraphs>131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Inter Bold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Disha Jain</dc:creator>
  <cp:lastModifiedBy>Disha Jain</cp:lastModifiedBy>
  <cp:revision>2</cp:revision>
  <dcterms:created xsi:type="dcterms:W3CDTF">2026-04-16T05:52:51Z</dcterms:created>
  <dcterms:modified xsi:type="dcterms:W3CDTF">2026-04-16T05:59:19Z</dcterms:modified>
</cp:coreProperties>
</file>