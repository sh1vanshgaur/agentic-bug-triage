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embeddedFontLst>
    <p:embeddedFont>
      <p:font typeface="Inter Bold"/>
      <p:regular r:id="rId10"/>
    </p:embeddedFont>
    <p:embeddedFont>
      <p:font typeface="Inter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21" y="461814"/>
            <a:ext cx="6329883" cy="42198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8985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2026-05-26T00:53:38Z</dcterms:created>
  <dcterms:modified xsi:type="dcterms:W3CDTF">2026-05-26T00:53:38Z</dcterms:modified>
</cp:coreProperties>
</file>