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9" r:id="rId5"/>
    <p:sldId id="291" r:id="rId6"/>
    <p:sldId id="288" r:id="rId7"/>
    <p:sldId id="292" r:id="rId8"/>
    <p:sldId id="293" r:id="rId9"/>
    <p:sldId id="294" r:id="rId10"/>
  </p:sldIdLst>
  <p:sldSz cx="12192000" cy="6858000"/>
  <p:notesSz cx="6858000" cy="9144000"/>
  <p:embeddedFontLst>
    <p:embeddedFont>
      <p:font typeface="MetricHPE" panose="020B0503030202060203" pitchFamily="34" charset="0"/>
      <p:regular r:id="rId13"/>
      <p:bold r:id="rId14"/>
      <p:italic r:id="rId15"/>
      <p:boldItalic r:id="rId16"/>
    </p:embeddedFont>
    <p:embeddedFont>
      <p:font typeface="MetricHPE Black" panose="020B0803030202060203" pitchFamily="34" charset="0"/>
      <p:bold r:id="rId17"/>
      <p:boldItalic r:id="rId18"/>
    </p:embeddedFont>
  </p:embeddedFontLst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4" orient="horz" pos="3840">
          <p15:clr>
            <a:srgbClr val="A4A3A4"/>
          </p15:clr>
        </p15:guide>
        <p15:guide id="5" pos="3840">
          <p15:clr>
            <a:srgbClr val="A4A3A4"/>
          </p15:clr>
        </p15:guide>
        <p15:guide id="6" pos="384">
          <p15:clr>
            <a:srgbClr val="A4A3A4"/>
          </p15:clr>
        </p15:guide>
        <p15:guide id="7" pos="7296">
          <p15:clr>
            <a:srgbClr val="A4A3A4"/>
          </p15:clr>
        </p15:guide>
        <p15:guide id="8" orient="horz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na Seo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Ref idx="1">
          <a:schemeClr val="dk1">
            <a:tint val="80000"/>
          </a:schemeClr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88138" autoAdjust="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>
        <p:guide orient="horz" pos="2160"/>
        <p:guide orient="horz" pos="3840"/>
        <p:guide pos="3840"/>
        <p:guide pos="384"/>
        <p:guide pos="729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7602" y="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latin typeface="MetricHPE" panose="020B050303020206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61830-C416-483F-955E-54203C65B711}" type="datetimeFigureOut">
              <a:rPr lang="en-US">
                <a:latin typeface="MetricHPE" panose="020B0503030202060203" pitchFamily="34" charset="0"/>
              </a:rPr>
              <a:t>6/12/2026</a:t>
            </a:fld>
            <a:endParaRPr dirty="0">
              <a:latin typeface="MetricHPE" panose="020B050303020206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latin typeface="MetricHPE" panose="020B050303020206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31B20-3646-4475-8BC4-560CAF715D08}" type="slidenum">
              <a:rPr>
                <a:latin typeface="MetricHPE" panose="020B0503030202060203" pitchFamily="34" charset="0"/>
              </a:rPr>
              <a:t>‹#›</a:t>
            </a:fld>
            <a:endParaRPr dirty="0">
              <a:latin typeface="MetricHPE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244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81000"/>
            <a:ext cx="4572001" cy="2573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124200"/>
            <a:ext cx="60960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1000" y="8686800"/>
            <a:ext cx="4876800" cy="227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latin typeface="MetricHPE" panose="020B050303020206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686800"/>
            <a:ext cx="609600" cy="227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latin typeface="MetricHPE" panose="020B0503030202060203" pitchFamily="34" charset="0"/>
              </a:defRPr>
            </a:lvl1pPr>
          </a:lstStyle>
          <a:p>
            <a:fld id="{5BFEAE42-E3FE-4405-B7FC-4425D05B92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3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" indent="-36576" algn="l" defTabSz="914400" rtl="0" eaLnBrk="1" latinLnBrk="0" hangingPunct="1">
      <a:spcBef>
        <a:spcPts val="600"/>
      </a:spcBef>
      <a:buSzPct val="25000"/>
      <a:buFont typeface="" panose="020B0303030202060203" pitchFamily="34" charset="0"/>
      <a:buChar char=" "/>
      <a:defRPr sz="110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1pPr>
    <a:lvl2pPr marL="228600" indent="-137160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105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2pPr>
    <a:lvl3pPr marL="36576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100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3pPr>
    <a:lvl4pPr marL="54864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90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4pPr>
    <a:lvl5pPr marL="73152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80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hpe.kadanza.com/kadanza/photography/ppt-title-images/?sso=saml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Dark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 userDrawn="1"/>
        </p:nvGrpSpPr>
        <p:grpSpPr>
          <a:xfrm>
            <a:off x="393523" y="381956"/>
            <a:ext cx="2218745" cy="893759"/>
            <a:chOff x="3578225" y="1146175"/>
            <a:chExt cx="5038725" cy="2111375"/>
          </a:xfrm>
        </p:grpSpPr>
        <p:sp>
          <p:nvSpPr>
            <p:cNvPr id="13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dirty="0">
                <a:latin typeface="MetricHPE Black" panose="020B0A03030202060203" pitchFamily="34" charset="0"/>
              </a:endParaRPr>
            </a:p>
          </p:txBody>
        </p:sp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3578225" y="1968501"/>
              <a:ext cx="5038725" cy="1289049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dirty="0">
                <a:latin typeface="MetricHPE Black" panose="020B0A03030202060203" pitchFamily="34" charset="0"/>
              </a:endParaRPr>
            </a:p>
          </p:txBody>
        </p:sp>
      </p:grpSp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>
          <a:xfrm>
            <a:off x="284397" y="1869197"/>
            <a:ext cx="11423555" cy="1905000"/>
          </a:xfrm>
        </p:spPr>
        <p:txBody>
          <a:bodyPr lIns="91440" tIns="91440" rIns="91440" bIns="91440" anchor="b"/>
          <a:lstStyle>
            <a:lvl1pPr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4397" y="4133088"/>
            <a:ext cx="8229600" cy="438912"/>
          </a:xfr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MetricHPE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endParaRPr dirty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84397" y="4577983"/>
            <a:ext cx="5489578" cy="339214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solidFill>
                  <a:schemeClr val="bg1"/>
                </a:solidFill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  <a:endParaRPr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79647" y="3890957"/>
            <a:ext cx="530283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19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Ligh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>
          <a:xfrm>
            <a:off x="290747" y="349316"/>
            <a:ext cx="11423555" cy="1300311"/>
          </a:xfrm>
        </p:spPr>
        <p:txBody>
          <a:bodyPr anchor="t" anchorCtr="0"/>
          <a:lstStyle>
            <a:lvl1pPr>
              <a:lnSpc>
                <a:spcPct val="80000"/>
              </a:lnSpc>
              <a:defRPr sz="4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OVSW-XXXXX:  Enter the name of your project here</a:t>
            </a:r>
            <a:endParaRPr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0746" y="1806203"/>
            <a:ext cx="5097931" cy="332420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MetricHPE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the names of your participants here</a:t>
            </a:r>
            <a:endParaRPr dirty="0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24724" y="1806203"/>
            <a:ext cx="5489578" cy="190723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solidFill>
                  <a:schemeClr val="tx1"/>
                </a:solidFill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Enter a brief description here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1855FE3-98B5-4DFE-8128-E81D44A31DBF}"/>
              </a:ext>
            </a:extLst>
          </p:cNvPr>
          <p:cNvSpPr txBox="1">
            <a:spLocks/>
          </p:cNvSpPr>
          <p:nvPr userDrawn="1"/>
        </p:nvSpPr>
        <p:spPr>
          <a:xfrm>
            <a:off x="290747" y="5193910"/>
            <a:ext cx="5097930" cy="1416295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32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ClrTx/>
              <a:buSzPct val="90000"/>
              <a:buFont typeface="" panose="020B0303030202060203" pitchFamily="34" charset="0"/>
              <a:buNone/>
              <a:defRPr sz="20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ClrTx/>
              <a:buFont typeface="" panose="020B0303030202060203" pitchFamily="34" charset="0"/>
              <a:buNone/>
              <a:defRPr sz="18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ClrTx/>
              <a:buFont typeface="" panose="020B0303030202060203" pitchFamily="34" charset="0"/>
              <a:buNone/>
              <a:defRPr sz="16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ClrTx/>
              <a:buFont typeface="" panose="020B0303030202060203" pitchFamily="34" charset="0"/>
              <a:buNone/>
              <a:defRPr sz="16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" panose="020B03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" panose="020B03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" panose="020B03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" panose="020B03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Enter the teams represented by the participants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1EC4B5A-56DF-4989-A2B3-EDB471EC49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4724" y="3870017"/>
            <a:ext cx="5489578" cy="42975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 i="0" baseline="0">
                <a:solidFill>
                  <a:schemeClr val="tx1"/>
                </a:solidFill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Was this project worked on before this hackathon?  Yes/No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>
          <a:xfrm>
            <a:off x="290747" y="1869197"/>
            <a:ext cx="11423555" cy="1905000"/>
          </a:xfrm>
        </p:spPr>
        <p:txBody>
          <a:bodyPr lIns="91440" tIns="91440" rIns="91440" bIns="91440" anchor="b"/>
          <a:lstStyle>
            <a:lvl1pPr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0747" y="4133088"/>
            <a:ext cx="8229600" cy="438912"/>
          </a:xfr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MetricHPE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endParaRPr dirty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90747" y="4577983"/>
            <a:ext cx="5489578" cy="339214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solidFill>
                  <a:schemeClr val="tx1"/>
                </a:solidFill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  <a:endParaRPr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79647" y="3890957"/>
            <a:ext cx="530283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1C4460-9D51-48F8-87F8-88E0DE4E454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3523" y="381956"/>
            <a:ext cx="2218745" cy="893759"/>
            <a:chOff x="3578225" y="1146175"/>
            <a:chExt cx="5038725" cy="211137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19415EC-B287-40A3-A91D-E9356CAD1F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dirty="0">
                <a:latin typeface="MetricHPE Black" panose="020B0A03030202060203" pitchFamily="34" charset="0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9B5C71F-50B9-4243-83A7-A7AFAEFD58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1968501"/>
              <a:ext cx="5038725" cy="1289049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dirty="0">
                <a:latin typeface="MetricHPE Black" panose="020B0A0303020206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955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rIns="1828800" anchor="ctr"/>
          <a:lstStyle>
            <a:lvl1pPr marL="0" indent="0" algn="r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92839" y="2743510"/>
            <a:ext cx="5923811" cy="1485280"/>
          </a:xfrm>
        </p:spPr>
        <p:txBody>
          <a:bodyPr lIns="91440" tIns="91440" rIns="91440" bIns="91440" anchor="t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  <a:br>
              <a:rPr lang="en-US" dirty="0"/>
            </a:br>
            <a:r>
              <a:rPr lang="en-US" dirty="0"/>
              <a:t>or big idea statement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2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2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66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04950"/>
            <a:ext cx="12192000" cy="32956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648" y="6246014"/>
            <a:ext cx="954000" cy="27432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92101" y="2686713"/>
            <a:ext cx="8522208" cy="499365"/>
          </a:xfrm>
        </p:spPr>
        <p:txBody>
          <a:bodyPr lIns="91440" tIns="91440" rIns="91440" bIns="91440" anchor="b" anchorCtr="0"/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92100" y="3413925"/>
            <a:ext cx="8228011" cy="53340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solidFill>
                  <a:schemeClr val="bg1"/>
                </a:solidFill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89E88-AA0C-49B4-9BC1-610AE2FDBE94}"/>
              </a:ext>
            </a:extLst>
          </p:cNvPr>
          <p:cNvSpPr/>
          <p:nvPr userDrawn="1"/>
        </p:nvSpPr>
        <p:spPr>
          <a:xfrm>
            <a:off x="381000" y="3258636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4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4"/>
                </a:buBlip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270877" y="3314045"/>
            <a:ext cx="5532325" cy="257083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5"/>
            </a:solidFill>
            <a:miter lim="800000"/>
          </a:ln>
        </p:spPr>
        <p:txBody>
          <a:bodyPr vert="horz" wrap="square" lIns="182880" tIns="182880" rIns="182880" bIns="182880" rtlCol="0">
            <a:noAutofit/>
          </a:bodyPr>
          <a:lstStyle/>
          <a:p>
            <a:pPr>
              <a:lnSpc>
                <a:spcPct val="90000"/>
              </a:lnSpc>
              <a:spcAft>
                <a:spcPts val="1600"/>
              </a:spcAft>
            </a:pPr>
            <a:r>
              <a:rPr lang="en-US" sz="1500" dirty="0">
                <a:latin typeface="MetricHPE" panose="020B0503030202060203" pitchFamily="34" charset="0"/>
              </a:rPr>
              <a:t>Please use a section divider image that relates well with the subject of your presentation.</a:t>
            </a:r>
          </a:p>
          <a:p>
            <a:pPr>
              <a:lnSpc>
                <a:spcPct val="90000"/>
              </a:lnSpc>
              <a:spcAft>
                <a:spcPts val="1600"/>
              </a:spcAft>
            </a:pPr>
            <a:r>
              <a:rPr lang="en-US" sz="1500" dirty="0">
                <a:latin typeface="MetricHPE" panose="020B0503030202060203" pitchFamily="34" charset="0"/>
              </a:rPr>
              <a:t>To change your section image, go to [View] -&gt; [Slide Master] to delete and insert a new image.</a:t>
            </a:r>
          </a:p>
          <a:p>
            <a:pPr>
              <a:lnSpc>
                <a:spcPct val="90000"/>
              </a:lnSpc>
              <a:spcAft>
                <a:spcPts val="1600"/>
              </a:spcAft>
            </a:pPr>
            <a:r>
              <a:rPr lang="en-US" sz="1500" dirty="0">
                <a:latin typeface="MetricHPE" panose="020B0503030202060203" pitchFamily="34" charset="0"/>
              </a:rPr>
              <a:t>A collection of images specifically formatted for use as PPT title slides can be found </a:t>
            </a:r>
            <a:r>
              <a:rPr lang="en-US" sz="1500" dirty="0">
                <a:latin typeface="MetricHPE" panose="020B0503030202060203" pitchFamily="34" charset="0"/>
                <a:hlinkClick r:id="rId5"/>
              </a:rPr>
              <a:t>here</a:t>
            </a:r>
            <a:r>
              <a:rPr lang="en-US" sz="1500" dirty="0">
                <a:latin typeface="MetricHPE" panose="020B0503030202060203" pitchFamily="34" charset="0"/>
              </a:rPr>
              <a:t> in the HPE Brand Library, and cropped to fit.</a:t>
            </a:r>
          </a:p>
          <a:p>
            <a:pPr>
              <a:lnSpc>
                <a:spcPct val="90000"/>
              </a:lnSpc>
              <a:spcAft>
                <a:spcPts val="1600"/>
              </a:spcAft>
            </a:pPr>
            <a:r>
              <a:rPr lang="en-US" sz="1500" dirty="0">
                <a:latin typeface="MetricHPE" panose="020B0503030202060203" pitchFamily="34" charset="0"/>
              </a:rPr>
              <a:t>Please delete this box in the Slide Master after you update your title image.</a:t>
            </a:r>
          </a:p>
          <a:p>
            <a:pPr>
              <a:lnSpc>
                <a:spcPct val="90000"/>
              </a:lnSpc>
            </a:pPr>
            <a:endParaRPr lang="en-US" sz="1500" dirty="0" err="1">
              <a:solidFill>
                <a:schemeClr val="bg1"/>
              </a:solidFill>
              <a:latin typeface="MetricHPE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29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648" y="6246014"/>
            <a:ext cx="954000" cy="27432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228011" cy="53340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51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E5726B-4E9B-428F-B8BF-52038F1B0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607F37-173B-4A34-95FA-297523FEF6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228011" cy="53340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715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ate Turquoise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rgbClr val="32DA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C54A16-447D-4A74-9122-F46E4BC75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67728E-6D0A-492B-89E6-39E2244625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228011" cy="53340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666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ate Orange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CC7B28-F85E-49B0-A5ED-82D39FF68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64B2CD-8FCB-4B30-B00B-A402E5693B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228011" cy="53340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019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84398" y="685800"/>
            <a:ext cx="9106250" cy="3075861"/>
          </a:xfrm>
        </p:spPr>
        <p:txBody>
          <a:bodyPr lIns="91440" anchor="b" anchorCtr="0"/>
          <a:lstStyle>
            <a:lvl1pPr marL="219456" indent="-219456">
              <a:defRPr sz="4600" cap="none" baseline="0"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“Click to add quote here. Type quotation marks before and after text.”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12997" y="3989508"/>
            <a:ext cx="8228011" cy="533400"/>
          </a:xfrm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add quoted person’s name, title, company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3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at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96867C9-FAEA-4AB9-9E4F-5E469CDF0D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398" y="899032"/>
            <a:ext cx="9148360" cy="2862630"/>
          </a:xfrm>
        </p:spPr>
        <p:txBody>
          <a:bodyPr lIns="91440" anchor="b" anchorCtr="0"/>
          <a:lstStyle>
            <a:lvl1pPr marL="219456" indent="-219456">
              <a:defRPr sz="4600" cap="none" baseline="0"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“Click to add quote here. Type quotation marks before and after text.”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97CBB38-1E71-4985-B7D1-ACBC191C50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2997" y="3989508"/>
            <a:ext cx="8228011" cy="533400"/>
          </a:xfrm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add quoted person’s name, title, company</a:t>
            </a:r>
          </a:p>
        </p:txBody>
      </p:sp>
    </p:spTree>
    <p:extLst>
      <p:ext uri="{BB962C8B-B14F-4D97-AF65-F5344CB8AC3E}">
        <p14:creationId xmlns:p14="http://schemas.microsoft.com/office/powerpoint/2010/main" val="296974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285750" y="999160"/>
            <a:ext cx="11525249" cy="5096839"/>
          </a:xfrm>
        </p:spPr>
        <p:txBody>
          <a:bodyPr lIns="91440" rIns="91440"/>
          <a:lstStyle>
            <a:lvl1pPr>
              <a:buClrTx/>
              <a:defRPr>
                <a:latin typeface="MetricHPE" panose="020B0503030202060203" pitchFamily="34" charset="0"/>
              </a:defRPr>
            </a:lvl1pPr>
            <a:lvl2pPr>
              <a:buClrTx/>
              <a:defRPr>
                <a:latin typeface="MetricHPE" panose="020B0503030202060203" pitchFamily="34" charset="0"/>
              </a:defRPr>
            </a:lvl2pPr>
            <a:lvl3pPr>
              <a:buClrTx/>
              <a:defRPr>
                <a:latin typeface="MetricHPE" panose="020B0503030202060203" pitchFamily="34" charset="0"/>
              </a:defRPr>
            </a:lvl3pPr>
            <a:lvl4pPr>
              <a:buClrTx/>
              <a:defRPr>
                <a:latin typeface="MetricHPE" panose="020B0503030202060203" pitchFamily="34" charset="0"/>
              </a:defRPr>
            </a:lvl4pPr>
            <a:lvl5pPr>
              <a:buClrTx/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29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529254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Font typeface="" panose="020B0604020202020204" pitchFamily="34" charset="0"/>
              <a:buNone/>
              <a:defRPr sz="2400" baseline="0" dirty="0"/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281746" y="1344281"/>
            <a:ext cx="11529254" cy="4751719"/>
          </a:xfr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0D9BB8-8D8D-4F83-B418-E1A6910A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1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288096" y="1733015"/>
            <a:ext cx="11522904" cy="4367541"/>
          </a:xfr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solidFill>
                  <a:schemeClr val="bg1"/>
                </a:solidFill>
                <a:latin typeface="MetricHPE" panose="020B0503030202060203" pitchFamily="34" charset="0"/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288095" y="1350296"/>
            <a:ext cx="11514137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subtitle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5C04D0B-D5E2-4F74-B1D6-45E2AEA84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529254" cy="381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" panose="020B0604020202020204" pitchFamily="34" charset="0"/>
              <a:buNone/>
              <a:defRPr sz="2400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9EDB93-5BF6-4D1D-9D5F-0E75F455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68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79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5"/>
          </p:nvPr>
        </p:nvSpPr>
        <p:spPr>
          <a:xfrm>
            <a:off x="7088056" y="6336077"/>
            <a:ext cx="4114800" cy="220717"/>
          </a:xfr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11202856" y="6301811"/>
            <a:ext cx="684344" cy="365125"/>
          </a:xfr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2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2"/>
                </a:buBlip>
              </a:pPr>
              <a:t>‹#›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1AE6212-DACF-49FB-929D-2FA8B00CFD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529254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/>
            </a:lvl1pPr>
          </a:lstStyle>
          <a:p>
            <a:pPr marL="182880" lvl="0" indent="-182880">
              <a:spcBef>
                <a:spcPts val="0"/>
              </a:spcBef>
            </a:pPr>
            <a:r>
              <a:rPr dirty="0"/>
              <a:t>Click to add one-line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91D03-EF6B-45A2-9268-5A807C7A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8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2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7"/>
          </p:nvPr>
        </p:nvSpPr>
        <p:spPr>
          <a:xfrm>
            <a:off x="283500" y="995363"/>
            <a:ext cx="5523992" cy="5100637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8"/>
          </p:nvPr>
        </p:nvSpPr>
        <p:spPr>
          <a:xfrm>
            <a:off x="6287008" y="995363"/>
            <a:ext cx="5523992" cy="5100637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818B02-6D3B-4B21-898C-712990E97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24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22" name="Content Placeholder 14"/>
          <p:cNvSpPr>
            <a:spLocks noGrp="1"/>
          </p:cNvSpPr>
          <p:nvPr>
            <p:ph sz="quarter" idx="17"/>
          </p:nvPr>
        </p:nvSpPr>
        <p:spPr>
          <a:xfrm>
            <a:off x="283500" y="1376363"/>
            <a:ext cx="5518586" cy="4719637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288095" y="995363"/>
            <a:ext cx="5513908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sp>
        <p:nvSpPr>
          <p:cNvPr id="25" name="Content Placeholder 14"/>
          <p:cNvSpPr>
            <a:spLocks noGrp="1"/>
          </p:cNvSpPr>
          <p:nvPr>
            <p:ph sz="quarter" idx="20"/>
          </p:nvPr>
        </p:nvSpPr>
        <p:spPr>
          <a:xfrm>
            <a:off x="6292414" y="1376363"/>
            <a:ext cx="5518586" cy="4719637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297009" y="995363"/>
            <a:ext cx="5513908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A8584B-E718-4F58-9AF1-BDBF5AD7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98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4"/>
          <p:cNvSpPr>
            <a:spLocks noGrp="1"/>
          </p:cNvSpPr>
          <p:nvPr>
            <p:ph sz="quarter" idx="17"/>
          </p:nvPr>
        </p:nvSpPr>
        <p:spPr>
          <a:xfrm>
            <a:off x="276815" y="1739233"/>
            <a:ext cx="5534077" cy="4360322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281411" y="1358232"/>
            <a:ext cx="5529386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280277" y="1358232"/>
            <a:ext cx="5529386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12" name="Content Placeholder 14"/>
          <p:cNvSpPr>
            <a:spLocks noGrp="1"/>
          </p:cNvSpPr>
          <p:nvPr>
            <p:ph sz="quarter" idx="24"/>
          </p:nvPr>
        </p:nvSpPr>
        <p:spPr>
          <a:xfrm>
            <a:off x="6276923" y="1739233"/>
            <a:ext cx="5534077" cy="4360322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529254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/>
            </a:lvl1pPr>
          </a:lstStyle>
          <a:p>
            <a:pPr marL="182880" lvl="0" indent="-182880">
              <a:spcBef>
                <a:spcPts val="0"/>
              </a:spcBef>
            </a:pPr>
            <a:r>
              <a:rPr dirty="0"/>
              <a:t>Click to add one-line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DC083-771D-42FC-A297-31FED015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4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7"/>
          </p:nvPr>
        </p:nvSpPr>
        <p:spPr>
          <a:xfrm>
            <a:off x="282830" y="996365"/>
            <a:ext cx="3628711" cy="5099635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4"/>
          <p:cNvSpPr>
            <a:spLocks noGrp="1"/>
          </p:cNvSpPr>
          <p:nvPr>
            <p:ph sz="quarter" idx="18"/>
          </p:nvPr>
        </p:nvSpPr>
        <p:spPr>
          <a:xfrm>
            <a:off x="4233286" y="996365"/>
            <a:ext cx="3628711" cy="5099635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14"/>
          <p:cNvSpPr>
            <a:spLocks noGrp="1"/>
          </p:cNvSpPr>
          <p:nvPr>
            <p:ph sz="quarter" idx="19"/>
          </p:nvPr>
        </p:nvSpPr>
        <p:spPr>
          <a:xfrm>
            <a:off x="8182288" y="996365"/>
            <a:ext cx="3628711" cy="5099635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C09279-0D09-4109-A953-16A88732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54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287427" y="996365"/>
            <a:ext cx="3623985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8182290" y="996365"/>
            <a:ext cx="3631038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sp>
        <p:nvSpPr>
          <p:cNvPr id="24" name="Content Placeholder 14"/>
          <p:cNvSpPr>
            <a:spLocks noGrp="1"/>
          </p:cNvSpPr>
          <p:nvPr>
            <p:ph sz="quarter" idx="17"/>
          </p:nvPr>
        </p:nvSpPr>
        <p:spPr>
          <a:xfrm>
            <a:off x="282832" y="1377365"/>
            <a:ext cx="3628710" cy="4718635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14"/>
          <p:cNvSpPr>
            <a:spLocks noGrp="1"/>
          </p:cNvSpPr>
          <p:nvPr>
            <p:ph sz="quarter" idx="18"/>
          </p:nvPr>
        </p:nvSpPr>
        <p:spPr>
          <a:xfrm>
            <a:off x="4233288" y="1377365"/>
            <a:ext cx="3628710" cy="4718635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Content Placeholder 14"/>
          <p:cNvSpPr>
            <a:spLocks noGrp="1"/>
          </p:cNvSpPr>
          <p:nvPr>
            <p:ph sz="quarter" idx="22"/>
          </p:nvPr>
        </p:nvSpPr>
        <p:spPr>
          <a:xfrm>
            <a:off x="8182290" y="1377365"/>
            <a:ext cx="3628710" cy="4718635"/>
          </a:xfrm>
          <a:ln>
            <a:noFill/>
            <a:miter lim="800000"/>
          </a:ln>
        </p:spPr>
        <p:txBody>
          <a:bodyPr lIns="9144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233287" y="996365"/>
            <a:ext cx="3623985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EE87AE-0267-4C69-AFD6-F9C64969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8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287427" y="1365166"/>
            <a:ext cx="3623986" cy="381000"/>
          </a:xfrm>
          <a:ln>
            <a:noFill/>
            <a:miter lim="800000"/>
          </a:ln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8182288" y="1365166"/>
            <a:ext cx="3631039" cy="381000"/>
          </a:xfrm>
          <a:ln>
            <a:noFill/>
            <a:miter lim="800000"/>
          </a:ln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sp>
        <p:nvSpPr>
          <p:cNvPr id="23" name="Content Placeholder 14"/>
          <p:cNvSpPr>
            <a:spLocks noGrp="1"/>
          </p:cNvSpPr>
          <p:nvPr>
            <p:ph sz="quarter" idx="17"/>
          </p:nvPr>
        </p:nvSpPr>
        <p:spPr>
          <a:xfrm>
            <a:off x="282830" y="1746167"/>
            <a:ext cx="3628711" cy="4353388"/>
          </a:xfrm>
          <a:ln>
            <a:noFill/>
            <a:miter lim="800000"/>
          </a:ln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Content Placeholder 14"/>
          <p:cNvSpPr>
            <a:spLocks noGrp="1"/>
          </p:cNvSpPr>
          <p:nvPr>
            <p:ph sz="quarter" idx="18"/>
          </p:nvPr>
        </p:nvSpPr>
        <p:spPr>
          <a:xfrm>
            <a:off x="4233286" y="1746167"/>
            <a:ext cx="3628711" cy="4353388"/>
          </a:xfrm>
          <a:ln>
            <a:noFill/>
            <a:miter lim="800000"/>
          </a:ln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14"/>
          <p:cNvSpPr>
            <a:spLocks noGrp="1"/>
          </p:cNvSpPr>
          <p:nvPr>
            <p:ph sz="quarter" idx="22"/>
          </p:nvPr>
        </p:nvSpPr>
        <p:spPr>
          <a:xfrm>
            <a:off x="8182288" y="1746167"/>
            <a:ext cx="3628711" cy="4353388"/>
          </a:xfrm>
          <a:ln>
            <a:noFill/>
            <a:miter lim="800000"/>
          </a:ln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233287" y="1365166"/>
            <a:ext cx="3623986" cy="381000"/>
          </a:xfrm>
          <a:ln>
            <a:noFill/>
            <a:miter lim="800000"/>
          </a:ln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</a:t>
            </a:r>
            <a:r>
              <a:rPr lang="en-US" dirty="0"/>
              <a:t>heading</a:t>
            </a:r>
            <a:endParaRPr dirty="0"/>
          </a:p>
        </p:txBody>
      </p:sp>
      <p:sp>
        <p:nvSpPr>
          <p:cNvPr id="28" name="Rectangle 27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529254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/>
            </a:lvl1pPr>
          </a:lstStyle>
          <a:p>
            <a:pPr marL="182880" lvl="0" indent="-182880">
              <a:spcBef>
                <a:spcPts val="0"/>
              </a:spcBef>
            </a:pPr>
            <a:r>
              <a:rPr dirty="0"/>
              <a:t>Click to add one-line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63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286670" y="1000162"/>
            <a:ext cx="7942930" cy="5095837"/>
          </a:xfrm>
          <a:ln>
            <a:noFill/>
            <a:miter lim="800000"/>
          </a:ln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8553153" y="999674"/>
            <a:ext cx="3257847" cy="5096326"/>
          </a:xfrm>
          <a:noFill/>
          <a:ln w="57150">
            <a:solidFill>
              <a:srgbClr val="32DAC8"/>
            </a:solidFill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>
              <a:spcBef>
                <a:spcPts val="900"/>
              </a:spcBef>
              <a:buNone/>
              <a:defRPr sz="2200">
                <a:latin typeface="MetricHPE" panose="020B050303020206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supporting text</a:t>
            </a:r>
          </a:p>
          <a:p>
            <a:pPr lvl="0"/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FCC12E-6D90-403E-80FA-0F7CB28A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29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8013028" y="999674"/>
            <a:ext cx="3797971" cy="5096326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>
              <a:spcBef>
                <a:spcPts val="900"/>
              </a:spcBef>
              <a:buNone/>
              <a:defRPr sz="2200">
                <a:latin typeface="MetricHPE" panose="020B050303020206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supporting text</a:t>
            </a:r>
          </a:p>
          <a:p>
            <a:pPr lvl="0"/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ln>
            <a:noFill/>
            <a:miter lim="800000"/>
          </a:ln>
        </p:spPr>
        <p:txBody>
          <a:bodyPr/>
          <a:lstStyle>
            <a:lvl1pPr marL="0" indent="0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722C60-FC76-4A73-9A5C-0D547B64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1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8007016" y="999674"/>
            <a:ext cx="3803983" cy="5096326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>
              <a:spcBef>
                <a:spcPts val="900"/>
              </a:spcBef>
              <a:buNone/>
              <a:defRPr sz="2200">
                <a:latin typeface="MetricHPE" panose="020B050303020206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supporting text</a:t>
            </a:r>
          </a:p>
          <a:p>
            <a:pPr lvl="0"/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ln>
            <a:noFill/>
            <a:miter lim="800000"/>
          </a:ln>
        </p:spPr>
        <p:txBody>
          <a:bodyPr/>
          <a:lstStyle>
            <a:lvl1pPr marL="0" indent="0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1C1C31-7119-4D9E-8DED-87033B4B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49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381000" y="4925740"/>
            <a:ext cx="5611118" cy="1170260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MetricHPE" panose="020B050303020206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611288" cy="3803904"/>
          </a:xfrm>
        </p:spPr>
        <p:txBody>
          <a:bodyPr anchor="ctr"/>
          <a:lstStyle>
            <a:lvl1pPr marL="0" indent="0" algn="ctr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9" hasCustomPrompt="1"/>
          </p:nvPr>
        </p:nvSpPr>
        <p:spPr bwMode="ltGray">
          <a:xfrm>
            <a:off x="6199712" y="4925740"/>
            <a:ext cx="5611118" cy="1170260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MetricHPE" panose="020B050303020206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20" hasCustomPrompt="1"/>
          </p:nvPr>
        </p:nvSpPr>
        <p:spPr>
          <a:xfrm>
            <a:off x="6197180" y="999540"/>
            <a:ext cx="5619836" cy="3803904"/>
          </a:xfrm>
        </p:spPr>
        <p:txBody>
          <a:bodyPr anchor="ctr"/>
          <a:lstStyle>
            <a:lvl1pPr marL="0" indent="0" algn="ctr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79D366-784C-495D-8F64-93E8B37F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89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389696" y="4925740"/>
            <a:ext cx="3678308" cy="1152211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MetricHPE" panose="020B050303020206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3678308" cy="3803904"/>
          </a:xfrm>
        </p:spPr>
        <p:txBody>
          <a:bodyPr anchor="ctr"/>
          <a:lstStyle>
            <a:lvl1pPr marL="0" indent="0" algn="ctr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 bwMode="ltGray">
          <a:xfrm>
            <a:off x="4261194" y="4925740"/>
            <a:ext cx="3678308" cy="1152211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MetricHPE" panose="020B050303020206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0" hasCustomPrompt="1"/>
          </p:nvPr>
        </p:nvSpPr>
        <p:spPr>
          <a:xfrm>
            <a:off x="4252498" y="999540"/>
            <a:ext cx="3678308" cy="3803904"/>
          </a:xfrm>
        </p:spPr>
        <p:txBody>
          <a:bodyPr anchor="ctr"/>
          <a:lstStyle>
            <a:lvl1pPr marL="0" indent="0" algn="ctr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half" idx="21" hasCustomPrompt="1"/>
          </p:nvPr>
        </p:nvSpPr>
        <p:spPr bwMode="ltGray">
          <a:xfrm>
            <a:off x="8141388" y="4925740"/>
            <a:ext cx="3678308" cy="1152211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MetricHPE" panose="020B050303020206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 hasCustomPrompt="1"/>
          </p:nvPr>
        </p:nvSpPr>
        <p:spPr>
          <a:xfrm>
            <a:off x="8132692" y="999540"/>
            <a:ext cx="3678308" cy="3803904"/>
          </a:xfrm>
        </p:spPr>
        <p:txBody>
          <a:bodyPr anchor="ctr"/>
          <a:lstStyle>
            <a:lvl1pPr marL="0" indent="0" algn="ctr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8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284749" y="521016"/>
            <a:ext cx="6195700" cy="2828660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r>
              <a:rPr lang="en-US" dirty="0"/>
              <a:t>Click to add thank you message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381000" y="3374136"/>
            <a:ext cx="530283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93442" y="3528820"/>
            <a:ext cx="11517557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Speaker contact information</a:t>
            </a: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41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>
            <a:grpSpLocks noChangeAspect="1"/>
          </p:cNvGrpSpPr>
          <p:nvPr userDrawn="1"/>
        </p:nvGrpSpPr>
        <p:grpSpPr>
          <a:xfrm>
            <a:off x="393523" y="381956"/>
            <a:ext cx="2218745" cy="893759"/>
            <a:chOff x="3578225" y="1146175"/>
            <a:chExt cx="5038725" cy="2111375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dirty="0">
                <a:latin typeface="MetricHPE Black" panose="020B0A03030202060203" pitchFamily="34" charset="0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3578225" y="1968501"/>
              <a:ext cx="5038725" cy="1289049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dirty="0">
                <a:latin typeface="MetricHPE Black" panose="020B0A03030202060203" pitchFamily="34" charset="0"/>
              </a:endParaRPr>
            </a:p>
          </p:txBody>
        </p:sp>
      </p:grpSp>
      <p:sp>
        <p:nvSpPr>
          <p:cNvPr id="13" name="Title 4"/>
          <p:cNvSpPr>
            <a:spLocks noGrp="1"/>
          </p:cNvSpPr>
          <p:nvPr>
            <p:ph type="title" hasCustomPrompt="1"/>
          </p:nvPr>
        </p:nvSpPr>
        <p:spPr>
          <a:xfrm>
            <a:off x="289410" y="1869197"/>
            <a:ext cx="11423555" cy="1905000"/>
          </a:xfrm>
        </p:spPr>
        <p:txBody>
          <a:bodyPr anchor="b"/>
          <a:lstStyle>
            <a:lvl1pPr>
              <a:lnSpc>
                <a:spcPct val="80000"/>
              </a:lnSpc>
              <a:defRPr sz="4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9410" y="4133088"/>
            <a:ext cx="8229600" cy="43891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ysClr val="windowText" lastClr="000000"/>
                </a:solidFill>
                <a:latin typeface="MetricHPE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endParaRPr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89410" y="4577983"/>
            <a:ext cx="5489578" cy="33921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solidFill>
                  <a:sysClr val="windowText" lastClr="000000"/>
                </a:solidFill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  <a:endParaRPr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379647" y="3890957"/>
            <a:ext cx="530283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16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122" y="287942"/>
            <a:ext cx="11430000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383369" y="1228187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65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122" y="287942"/>
            <a:ext cx="11430000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87427" y="1060591"/>
            <a:ext cx="11421304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/>
            </a:lvl1pPr>
          </a:lstStyle>
          <a:p>
            <a:pPr marL="182880" lvl="0" indent="-182880">
              <a:spcBef>
                <a:spcPts val="0"/>
              </a:spcBef>
            </a:pPr>
            <a:r>
              <a:rPr dirty="0"/>
              <a:t>Click to add one-line subtitle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385100" y="1618696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2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123" y="2676894"/>
            <a:ext cx="3685309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85100" y="3616182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56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122" y="2676894"/>
            <a:ext cx="3536373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85100" y="3616182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076700" y="331788"/>
            <a:ext cx="7734300" cy="5764212"/>
          </a:xfrm>
        </p:spPr>
        <p:txBody>
          <a:bodyPr anchor="ctr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46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85100" y="3616182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076700" y="331788"/>
            <a:ext cx="7734300" cy="5764212"/>
          </a:xfrm>
        </p:spPr>
        <p:txBody>
          <a:bodyPr anchor="ctr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289122" y="2691855"/>
            <a:ext cx="3566206" cy="795528"/>
          </a:xfrm>
        </p:spPr>
        <p:txBody>
          <a:bodyPr vert="horz" lIns="91440" tIns="91440" rIns="91440" bIns="91440" rtlCol="0" anchor="ctr">
            <a:noAutofit/>
          </a:bodyPr>
          <a:lstStyle>
            <a:lvl1pPr>
              <a:defRPr sz="2400" baseline="0" dirty="0"/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dirty="0"/>
              <a:t>Click to add</a:t>
            </a:r>
            <a:br>
              <a:rPr lang="en-US" dirty="0"/>
            </a:br>
            <a:r>
              <a:rPr lang="en-US" dirty="0"/>
              <a:t>two</a:t>
            </a:r>
            <a:r>
              <a:rPr dirty="0"/>
              <a:t>-line subtitle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289122" y="1980879"/>
            <a:ext cx="3566206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94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Caption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123" y="1417320"/>
            <a:ext cx="3536373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85100" y="2356608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076700" y="331788"/>
            <a:ext cx="7734300" cy="5764212"/>
          </a:xfrm>
        </p:spPr>
        <p:txBody>
          <a:bodyPr anchor="ctr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278732" y="2534960"/>
            <a:ext cx="3546475" cy="3446462"/>
          </a:xfr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1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Picture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5" hasCustomPrompt="1"/>
          </p:nvPr>
        </p:nvSpPr>
        <p:spPr>
          <a:xfrm>
            <a:off x="4076700" y="0"/>
            <a:ext cx="8115300" cy="6858000"/>
          </a:xfrm>
        </p:spPr>
        <p:txBody>
          <a:bodyPr anchor="ctr"/>
          <a:lstStyle>
            <a:lvl1pPr marL="0" indent="0" algn="ctr">
              <a:buNone/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Click to add edge-to-edge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122" y="1417320"/>
            <a:ext cx="3536373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85100" y="2356608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278731" y="2534960"/>
            <a:ext cx="3546475" cy="3446462"/>
          </a:xfr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3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5743" y="391852"/>
            <a:ext cx="11430000" cy="401362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91440" tIns="91440" rIns="91440" bIns="9144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909" y="998682"/>
            <a:ext cx="11429834" cy="4571999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9144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205699" indent="-205699" algn="l">
              <a:lnSpc>
                <a:spcPct val="90000"/>
              </a:lnSpc>
              <a:buSzPct val="120000"/>
              <a:buFontTx/>
              <a:buBlip>
                <a:blip r:embed="rId39"/>
              </a:buBlip>
              <a:defRPr sz="2000" kern="1200" cap="all" normalizeH="0" baseline="10000">
                <a:solidFill>
                  <a:schemeClr val="bg2"/>
                </a:solidFill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9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9"/>
                </a:buBlip>
              </a:pPr>
              <a:t>‹#›</a:t>
            </a:fld>
            <a:endParaRPr 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8056" y="6336077"/>
            <a:ext cx="4114800" cy="22071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lnSpc>
                <a:spcPct val="90000"/>
              </a:lnSpc>
              <a:defRPr sz="1200" cap="all" baseline="0">
                <a:solidFill>
                  <a:schemeClr val="bg2"/>
                </a:solidFill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168365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5" r:id="rId2"/>
    <p:sldLayoutId id="2147483660" r:id="rId3"/>
    <p:sldLayoutId id="2147483651" r:id="rId4"/>
    <p:sldLayoutId id="2147483661" r:id="rId5"/>
    <p:sldLayoutId id="2147483662" r:id="rId6"/>
    <p:sldLayoutId id="2147483663" r:id="rId7"/>
    <p:sldLayoutId id="2147483685" r:id="rId8"/>
    <p:sldLayoutId id="2147483686" r:id="rId9"/>
    <p:sldLayoutId id="2147483666" r:id="rId10"/>
    <p:sldLayoutId id="2147483687" r:id="rId11"/>
    <p:sldLayoutId id="2147483650" r:id="rId12"/>
    <p:sldLayoutId id="2147483668" r:id="rId13"/>
    <p:sldLayoutId id="2147483669" r:id="rId14"/>
    <p:sldLayoutId id="2147483654" r:id="rId15"/>
    <p:sldLayoutId id="2147483679" r:id="rId16"/>
    <p:sldLayoutId id="2147483655" r:id="rId17"/>
    <p:sldLayoutId id="2147483652" r:id="rId18"/>
    <p:sldLayoutId id="2147483653" r:id="rId19"/>
    <p:sldLayoutId id="2147483670" r:id="rId20"/>
    <p:sldLayoutId id="2147483671" r:id="rId21"/>
    <p:sldLayoutId id="2147483672" r:id="rId22"/>
    <p:sldLayoutId id="2147483673" r:id="rId23"/>
    <p:sldLayoutId id="2147483656" r:id="rId24"/>
    <p:sldLayoutId id="2147483657" r:id="rId25"/>
    <p:sldLayoutId id="2147483697" r:id="rId26"/>
    <p:sldLayoutId id="2147483676" r:id="rId27"/>
    <p:sldLayoutId id="2147483677" r:id="rId28"/>
    <p:sldLayoutId id="2147483678" r:id="rId29"/>
    <p:sldLayoutId id="2147483649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 cap="all" baseline="0">
          <a:solidFill>
            <a:schemeClr val="tx1"/>
          </a:solidFill>
          <a:latin typeface="MetricHPE Black" panose="020B0A03030202060203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•"/>
        <a:defRPr sz="22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400"/>
        </a:spcBef>
        <a:buClrTx/>
        <a:buSzPct val="90000"/>
        <a:buFont typeface="" panose="020B0303030202060203" pitchFamily="34" charset="0"/>
        <a:buChar char="•"/>
        <a:defRPr sz="20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2pPr>
      <a:lvl3pPr marL="54864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8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3pPr>
      <a:lvl4pPr marL="73152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6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4pPr>
      <a:lvl5pPr marL="86868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6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5pPr>
      <a:lvl6pPr marL="105156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1440" userDrawn="1">
          <p15:clr>
            <a:srgbClr val="F26B43"/>
          </p15:clr>
        </p15:guide>
        <p15:guide id="8" orient="horz" pos="2880" userDrawn="1">
          <p15:clr>
            <a:srgbClr val="F26B43"/>
          </p15:clr>
        </p15:guide>
        <p15:guide id="9" pos="2568" userDrawn="1">
          <p15:clr>
            <a:srgbClr val="F26B43"/>
          </p15:clr>
        </p15:guide>
        <p15:guide id="10" pos="5112" userDrawn="1">
          <p15:clr>
            <a:srgbClr val="F26B43"/>
          </p15:clr>
        </p15:guide>
        <p15:guide id="11" orient="horz" pos="4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CE4D-7BE1-6A9C-7DAD-15C1F457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FY-26: Career Preview Program </a:t>
            </a:r>
            <a:br>
              <a:rPr lang="en-US" sz="4000" dirty="0"/>
            </a:br>
            <a:r>
              <a:rPr lang="en-US" sz="4000" dirty="0"/>
              <a:t>               project Review  (CPP-3)</a:t>
            </a:r>
            <a:endParaRPr lang="en-GB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F3C44-08F9-42BB-6018-75F3465A5C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4397" y="4611539"/>
            <a:ext cx="5489578" cy="339214"/>
          </a:xfrm>
        </p:spPr>
        <p:txBody>
          <a:bodyPr/>
          <a:lstStyle/>
          <a:p>
            <a:r>
              <a:rPr lang="en-US" dirty="0"/>
              <a:t>Updated June 2026</a:t>
            </a:r>
          </a:p>
          <a:p>
            <a:r>
              <a:rPr lang="en-US" dirty="0"/>
              <a:t>College /University Name: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589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DD796FCB-5B70-5062-54BA-874AC5EA3EEB}"/>
              </a:ext>
            </a:extLst>
          </p:cNvPr>
          <p:cNvSpPr txBox="1">
            <a:spLocks/>
          </p:cNvSpPr>
          <p:nvPr/>
        </p:nvSpPr>
        <p:spPr>
          <a:xfrm>
            <a:off x="232198" y="265557"/>
            <a:ext cx="11423555" cy="489451"/>
          </a:xfrm>
          <a:prstGeom prst="rect">
            <a:avLst/>
          </a:prstGeom>
        </p:spPr>
        <p:txBody>
          <a:bodyPr anchor="t" anchorCtr="0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baseline="0">
                <a:solidFill>
                  <a:sysClr val="windowText" lastClr="000000"/>
                </a:solidFill>
                <a:latin typeface="MetricHPE Black" panose="020B0A03030202060203" pitchFamily="34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INSTRUCTIONS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BE8D6-FFAC-20DB-E381-F467EBF9B958}"/>
              </a:ext>
            </a:extLst>
          </p:cNvPr>
          <p:cNvSpPr txBox="1"/>
          <p:nvPr/>
        </p:nvSpPr>
        <p:spPr>
          <a:xfrm>
            <a:off x="395067" y="1107974"/>
            <a:ext cx="5665462" cy="2759730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Every project must include following information </a:t>
            </a:r>
          </a:p>
          <a:p>
            <a:pPr marL="12001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Project ID / Project Category</a:t>
            </a:r>
          </a:p>
          <a:p>
            <a:pPr marL="12001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College / University Name </a:t>
            </a:r>
          </a:p>
          <a:p>
            <a:pPr marL="12001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Mentor Name – HPE  and College  </a:t>
            </a:r>
          </a:p>
          <a:p>
            <a:pPr marL="12001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Source code / GitHub link </a:t>
            </a:r>
          </a:p>
          <a:p>
            <a:pPr marL="12001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Use additional slides for content if required </a:t>
            </a:r>
          </a:p>
          <a:p>
            <a:pPr marL="285750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lnSpc>
                <a:spcPct val="90000"/>
              </a:lnSpc>
              <a:spcBef>
                <a:spcPts val="400"/>
              </a:spcBef>
            </a:pPr>
            <a:endParaRPr lang="en-GB" sz="2000" dirty="0" err="1"/>
          </a:p>
        </p:txBody>
      </p:sp>
    </p:spTree>
    <p:extLst>
      <p:ext uri="{BB962C8B-B14F-4D97-AF65-F5344CB8AC3E}">
        <p14:creationId xmlns:p14="http://schemas.microsoft.com/office/powerpoint/2010/main" val="13951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084379A5-8786-457E-ACC6-3CBEB58DF22C}"/>
              </a:ext>
            </a:extLst>
          </p:cNvPr>
          <p:cNvSpPr txBox="1">
            <a:spLocks/>
          </p:cNvSpPr>
          <p:nvPr/>
        </p:nvSpPr>
        <p:spPr>
          <a:xfrm>
            <a:off x="232198" y="265558"/>
            <a:ext cx="11423555" cy="300880"/>
          </a:xfrm>
          <a:prstGeom prst="rect">
            <a:avLst/>
          </a:prstGeom>
        </p:spPr>
        <p:txBody>
          <a:bodyPr anchor="t" anchorCtr="0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baseline="0">
                <a:solidFill>
                  <a:sysClr val="windowText" lastClr="000000"/>
                </a:solidFill>
                <a:latin typeface="MetricHPE Black" panose="020B0A03030202060203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Enter the name of your project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281254C-C615-41BD-BE34-AA9997ED0EEB}"/>
              </a:ext>
            </a:extLst>
          </p:cNvPr>
          <p:cNvSpPr txBox="1">
            <a:spLocks/>
          </p:cNvSpPr>
          <p:nvPr/>
        </p:nvSpPr>
        <p:spPr>
          <a:xfrm>
            <a:off x="1558309" y="6236555"/>
            <a:ext cx="10143958" cy="3161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1800" i="0" kern="1200" baseline="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SzPct val="90000"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i="1" dirty="0"/>
              <a:t>Note: Please show this slide briefly at the beginning of your recorded demo so people scanning the recordings can find this easily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9C6BE61-ACE6-EACF-D1F8-0087A3AEC8C1}"/>
              </a:ext>
            </a:extLst>
          </p:cNvPr>
          <p:cNvGrpSpPr/>
          <p:nvPr/>
        </p:nvGrpSpPr>
        <p:grpSpPr>
          <a:xfrm>
            <a:off x="470019" y="750547"/>
            <a:ext cx="9126988" cy="5382674"/>
            <a:chOff x="1400961" y="750547"/>
            <a:chExt cx="8196046" cy="5382674"/>
          </a:xfrm>
        </p:grpSpPr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012267DE-015B-4742-8F74-A148FB60FE91}"/>
                </a:ext>
              </a:extLst>
            </p:cNvPr>
            <p:cNvSpPr txBox="1">
              <a:spLocks/>
            </p:cNvSpPr>
            <p:nvPr/>
          </p:nvSpPr>
          <p:spPr>
            <a:xfrm>
              <a:off x="1779261" y="893125"/>
              <a:ext cx="7306788" cy="666068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1800" i="0" kern="1200" baseline="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SzPct val="90000"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n-lt"/>
                </a:rPr>
                <a:t>Project Name </a:t>
              </a:r>
              <a:r>
                <a:rPr lang="en-US" sz="2000" dirty="0"/>
                <a:t>:</a:t>
              </a:r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15C9DE-6702-5E4F-A9E3-E20224A8053E}"/>
                </a:ext>
              </a:extLst>
            </p:cNvPr>
            <p:cNvGrpSpPr/>
            <p:nvPr/>
          </p:nvGrpSpPr>
          <p:grpSpPr>
            <a:xfrm>
              <a:off x="1779260" y="2592291"/>
              <a:ext cx="7306789" cy="1349198"/>
              <a:chOff x="436667" y="2163803"/>
              <a:chExt cx="7168278" cy="1349198"/>
            </a:xfrm>
          </p:grpSpPr>
          <p:sp>
            <p:nvSpPr>
              <p:cNvPr id="5" name="Subtitle 2">
                <a:extLst>
                  <a:ext uri="{FF2B5EF4-FFF2-40B4-BE49-F238E27FC236}">
                    <a16:creationId xmlns:a16="http://schemas.microsoft.com/office/drawing/2014/main" id="{C5E875AD-AF21-4401-B50E-E6A93496DF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6667" y="2226399"/>
                <a:ext cx="7168278" cy="128660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buClrTx/>
                  <a:buFont typeface="" panose="020B0303030202060203" pitchFamily="34" charset="0"/>
                  <a:buNone/>
                  <a:defRPr sz="32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SzPct val="90000"/>
                  <a:buFont typeface="" panose="020B0303030202060203" pitchFamily="34" charset="0"/>
                  <a:buNone/>
                  <a:defRPr sz="20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8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220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D5049D-D08D-73E1-B18F-7CB6CCD4D0A3}"/>
                  </a:ext>
                </a:extLst>
              </p:cNvPr>
              <p:cNvSpPr txBox="1"/>
              <p:nvPr/>
            </p:nvSpPr>
            <p:spPr>
              <a:xfrm>
                <a:off x="436667" y="2163803"/>
                <a:ext cx="7109910" cy="369332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Project Participants:</a:t>
                </a:r>
              </a:p>
            </p:txBody>
          </p:sp>
        </p:grpSp>
        <p:sp>
          <p:nvSpPr>
            <p:cNvPr id="21" name="Text Placeholder 7">
              <a:extLst>
                <a:ext uri="{FF2B5EF4-FFF2-40B4-BE49-F238E27FC236}">
                  <a16:creationId xmlns:a16="http://schemas.microsoft.com/office/drawing/2014/main" id="{771746A8-EB6B-199A-2A2B-3CC908DFF952}"/>
                </a:ext>
              </a:extLst>
            </p:cNvPr>
            <p:cNvSpPr txBox="1">
              <a:spLocks/>
            </p:cNvSpPr>
            <p:nvPr/>
          </p:nvSpPr>
          <p:spPr>
            <a:xfrm>
              <a:off x="1779260" y="5427852"/>
              <a:ext cx="7373130" cy="529662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1800" i="0" kern="1200" baseline="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SzPct val="90000"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latin typeface="+mn-lt"/>
                </a:rPr>
                <a:t>Project Code link /GIT Hub </a:t>
              </a:r>
              <a:endParaRPr lang="en-US" sz="2000" dirty="0"/>
            </a:p>
            <a:p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71EE805-E342-0927-9831-E2AF64E1E79C}"/>
                </a:ext>
              </a:extLst>
            </p:cNvPr>
            <p:cNvSpPr/>
            <p:nvPr/>
          </p:nvSpPr>
          <p:spPr bwMode="ltGray">
            <a:xfrm>
              <a:off x="1400961" y="750547"/>
              <a:ext cx="8196046" cy="5382674"/>
            </a:xfrm>
            <a:prstGeom prst="rect">
              <a:avLst/>
            </a:prstGeom>
            <a:noFill/>
            <a:ln w="22225">
              <a:solidFill>
                <a:srgbClr val="01A98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16A418D-B88F-4ABE-62BE-4689687AD93E}"/>
                </a:ext>
              </a:extLst>
            </p:cNvPr>
            <p:cNvGrpSpPr/>
            <p:nvPr/>
          </p:nvGrpSpPr>
          <p:grpSpPr>
            <a:xfrm>
              <a:off x="1779260" y="1814753"/>
              <a:ext cx="7306789" cy="459382"/>
              <a:chOff x="436667" y="1640301"/>
              <a:chExt cx="7168278" cy="459382"/>
            </a:xfrm>
          </p:grpSpPr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FDD9D014-3D1A-242F-5512-DE63FD5E15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6667" y="1702897"/>
                <a:ext cx="7168278" cy="396786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buClrTx/>
                  <a:buFont typeface="" panose="020B0303030202060203" pitchFamily="34" charset="0"/>
                  <a:buNone/>
                  <a:defRPr sz="32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SzPct val="90000"/>
                  <a:buFont typeface="" panose="020B0303030202060203" pitchFamily="34" charset="0"/>
                  <a:buNone/>
                  <a:defRPr sz="20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8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22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77795C-8B0E-D907-859C-001E9E8E3446}"/>
                  </a:ext>
                </a:extLst>
              </p:cNvPr>
              <p:cNvSpPr txBox="1"/>
              <p:nvPr/>
            </p:nvSpPr>
            <p:spPr>
              <a:xfrm>
                <a:off x="436667" y="1640301"/>
                <a:ext cx="7109910" cy="369332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College  / University Name : 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20FD80E-415D-3378-F1C4-3C1F15DBACAF}"/>
                </a:ext>
              </a:extLst>
            </p:cNvPr>
            <p:cNvGrpSpPr/>
            <p:nvPr/>
          </p:nvGrpSpPr>
          <p:grpSpPr>
            <a:xfrm>
              <a:off x="1779260" y="4333203"/>
              <a:ext cx="7373130" cy="646331"/>
              <a:chOff x="436667" y="3668334"/>
              <a:chExt cx="7168278" cy="646331"/>
            </a:xfrm>
          </p:grpSpPr>
          <p:sp>
            <p:nvSpPr>
              <p:cNvPr id="19" name="Subtitle 2">
                <a:extLst>
                  <a:ext uri="{FF2B5EF4-FFF2-40B4-BE49-F238E27FC236}">
                    <a16:creationId xmlns:a16="http://schemas.microsoft.com/office/drawing/2014/main" id="{EAEDA207-A7AD-FF10-A614-F4A4877F16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6667" y="3669593"/>
                <a:ext cx="7168278" cy="583735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buClrTx/>
                  <a:buFont typeface="" panose="020B0303030202060203" pitchFamily="34" charset="0"/>
                  <a:buNone/>
                  <a:defRPr sz="32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SzPct val="90000"/>
                  <a:buFont typeface="" panose="020B0303030202060203" pitchFamily="34" charset="0"/>
                  <a:buNone/>
                  <a:defRPr sz="20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8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MetricHPE" panose="020B0503030202060203" pitchFamily="34" charset="0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Tx/>
                  <a:buFont typeface="" panose="020B0303030202060203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22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D7391D-F484-DBDD-F87F-D1B96964525A}"/>
                  </a:ext>
                </a:extLst>
              </p:cNvPr>
              <p:cNvSpPr txBox="1"/>
              <p:nvPr/>
            </p:nvSpPr>
            <p:spPr>
              <a:xfrm>
                <a:off x="436667" y="3668334"/>
                <a:ext cx="7109910" cy="646331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Mentor Names :</a:t>
                </a:r>
              </a:p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449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0613F-BFC8-6367-E556-5B0074FF2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C7A70CC2-C4E0-0C55-56D2-A5968516EC25}"/>
              </a:ext>
            </a:extLst>
          </p:cNvPr>
          <p:cNvSpPr txBox="1">
            <a:spLocks/>
          </p:cNvSpPr>
          <p:nvPr/>
        </p:nvSpPr>
        <p:spPr>
          <a:xfrm>
            <a:off x="232198" y="265558"/>
            <a:ext cx="11423555" cy="300880"/>
          </a:xfrm>
          <a:prstGeom prst="rect">
            <a:avLst/>
          </a:prstGeom>
        </p:spPr>
        <p:txBody>
          <a:bodyPr anchor="t" anchorCtr="0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baseline="0">
                <a:solidFill>
                  <a:sysClr val="windowText" lastClr="000000"/>
                </a:solidFill>
                <a:latin typeface="MetricHPE Black" panose="020B0A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etricHPE Black" panose="020B0A03030202060203" pitchFamily="34" charset="0"/>
                <a:ea typeface="+mj-ea"/>
                <a:cs typeface="+mj-cs"/>
              </a:rPr>
              <a:t>Enter the name of your project here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343FE6-CC41-B4EF-4A98-28D4690711E7}"/>
              </a:ext>
            </a:extLst>
          </p:cNvPr>
          <p:cNvGrpSpPr/>
          <p:nvPr/>
        </p:nvGrpSpPr>
        <p:grpSpPr>
          <a:xfrm>
            <a:off x="509571" y="980935"/>
            <a:ext cx="11146063" cy="819055"/>
            <a:chOff x="378299" y="2020357"/>
            <a:chExt cx="7168278" cy="1386076"/>
          </a:xfrm>
        </p:grpSpPr>
        <p:sp>
          <p:nvSpPr>
            <p:cNvPr id="6" name="Text Placeholder 7">
              <a:extLst>
                <a:ext uri="{FF2B5EF4-FFF2-40B4-BE49-F238E27FC236}">
                  <a16:creationId xmlns:a16="http://schemas.microsoft.com/office/drawing/2014/main" id="{8D557251-BD57-8789-062B-D9F8EF73B833}"/>
                </a:ext>
              </a:extLst>
            </p:cNvPr>
            <p:cNvSpPr txBox="1">
              <a:spLocks/>
            </p:cNvSpPr>
            <p:nvPr/>
          </p:nvSpPr>
          <p:spPr>
            <a:xfrm>
              <a:off x="417210" y="2020357"/>
              <a:ext cx="7129367" cy="1386076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200" kern="1200" baseline="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SzPct val="90000"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" panose="020B0303030202060203" pitchFamily="34" charset="0"/>
                <a:buNone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icHPE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3994F9-8609-66D0-F973-0F1BF5A9A591}"/>
                </a:ext>
              </a:extLst>
            </p:cNvPr>
            <p:cNvSpPr txBox="1"/>
            <p:nvPr/>
          </p:nvSpPr>
          <p:spPr>
            <a:xfrm>
              <a:off x="378299" y="2020357"/>
              <a:ext cx="6097424" cy="369332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icHPE"/>
                  <a:ea typeface="+mn-ea"/>
                  <a:cs typeface="+mn-cs"/>
                </a:rPr>
                <a:t>Problem statement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F163496-A526-1BE6-207D-8603B7A1CBD6}"/>
              </a:ext>
            </a:extLst>
          </p:cNvPr>
          <p:cNvGrpSpPr/>
          <p:nvPr/>
        </p:nvGrpSpPr>
        <p:grpSpPr>
          <a:xfrm>
            <a:off x="536366" y="2019640"/>
            <a:ext cx="11119268" cy="988789"/>
            <a:chOff x="378299" y="3553175"/>
            <a:chExt cx="7168278" cy="1673315"/>
          </a:xfrm>
        </p:grpSpPr>
        <p:sp>
          <p:nvSpPr>
            <p:cNvPr id="2" name="Text Placeholder 7">
              <a:extLst>
                <a:ext uri="{FF2B5EF4-FFF2-40B4-BE49-F238E27FC236}">
                  <a16:creationId xmlns:a16="http://schemas.microsoft.com/office/drawing/2014/main" id="{A9B2186A-1F2B-15B2-F084-8ACFB92B70CE}"/>
                </a:ext>
              </a:extLst>
            </p:cNvPr>
            <p:cNvSpPr txBox="1">
              <a:spLocks/>
            </p:cNvSpPr>
            <p:nvPr/>
          </p:nvSpPr>
          <p:spPr>
            <a:xfrm>
              <a:off x="388027" y="3840414"/>
              <a:ext cx="7158550" cy="1386076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200" kern="1200" baseline="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SzPct val="90000"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MetricHPE" panose="020B0503030202060203" pitchFamily="34" charset="0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ClrTx/>
                <a:buFont typeface="" panose="020B0303030202060203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" panose="020B0303030202060203" pitchFamily="34" charset="0"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icHPE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784C2A-DB6D-8E44-D1AC-207B9576EFD8}"/>
                </a:ext>
              </a:extLst>
            </p:cNvPr>
            <p:cNvSpPr txBox="1"/>
            <p:nvPr/>
          </p:nvSpPr>
          <p:spPr>
            <a:xfrm>
              <a:off x="378299" y="3553175"/>
              <a:ext cx="2308599" cy="666068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icHPE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icHPE"/>
                  <a:ea typeface="+mn-ea"/>
                  <a:cs typeface="+mn-cs"/>
                </a:rPr>
                <a:t>Solution proposal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A164686-2B29-E526-BC1E-79C9AB88D674}"/>
              </a:ext>
            </a:extLst>
          </p:cNvPr>
          <p:cNvSpPr/>
          <p:nvPr/>
        </p:nvSpPr>
        <p:spPr bwMode="ltGray">
          <a:xfrm>
            <a:off x="388027" y="809838"/>
            <a:ext cx="11558093" cy="5382674"/>
          </a:xfrm>
          <a:prstGeom prst="rect">
            <a:avLst/>
          </a:prstGeom>
          <a:noFill/>
          <a:ln w="2222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A03BF4-8BFD-57D5-FB8E-B7756B528D5C}"/>
              </a:ext>
            </a:extLst>
          </p:cNvPr>
          <p:cNvSpPr txBox="1"/>
          <p:nvPr/>
        </p:nvSpPr>
        <p:spPr>
          <a:xfrm>
            <a:off x="9766408" y="3546225"/>
            <a:ext cx="1035475" cy="433965"/>
          </a:xfrm>
          <a:prstGeom prst="rect">
            <a:avLst/>
          </a:prstGeom>
          <a:solidFill>
            <a:srgbClr val="FFFF00"/>
          </a:solidFill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MetricHPE"/>
              </a:rPr>
              <a:t>Optional</a:t>
            </a:r>
            <a:endParaRPr kumimoji="0" lang="en-GB" sz="1800" b="1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/>
              <a:ea typeface="+mn-ea"/>
              <a:cs typeface="+mn-cs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FD63FDD-D656-E9C5-0BD9-E9BF4B145192}"/>
              </a:ext>
            </a:extLst>
          </p:cNvPr>
          <p:cNvSpPr txBox="1">
            <a:spLocks/>
          </p:cNvSpPr>
          <p:nvPr/>
        </p:nvSpPr>
        <p:spPr>
          <a:xfrm>
            <a:off x="560765" y="3353681"/>
            <a:ext cx="11104178" cy="81905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200" kern="1200" baseline="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SzPct val="90000"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" panose="020B0303030202060203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 panose="020B0503030202060203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8445B-5609-609F-DA9F-D9DF5DE2A233}"/>
              </a:ext>
            </a:extLst>
          </p:cNvPr>
          <p:cNvSpPr txBox="1"/>
          <p:nvPr/>
        </p:nvSpPr>
        <p:spPr>
          <a:xfrm>
            <a:off x="747163" y="3302861"/>
            <a:ext cx="3581046" cy="646331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icHPE"/>
                <a:ea typeface="+mn-ea"/>
                <a:cs typeface="+mn-cs"/>
              </a:rPr>
              <a:t>Demo 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19AA945-444F-311B-F1A0-7209A4D9DD1A}"/>
              </a:ext>
            </a:extLst>
          </p:cNvPr>
          <p:cNvSpPr txBox="1">
            <a:spLocks/>
          </p:cNvSpPr>
          <p:nvPr/>
        </p:nvSpPr>
        <p:spPr>
          <a:xfrm>
            <a:off x="536366" y="4380566"/>
            <a:ext cx="11104178" cy="81905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200" kern="1200" baseline="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SzPct val="90000"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" panose="020B0303030202060203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EB9A2B-ABCA-3D05-43AA-CF719C9895BA}"/>
              </a:ext>
            </a:extLst>
          </p:cNvPr>
          <p:cNvSpPr txBox="1"/>
          <p:nvPr/>
        </p:nvSpPr>
        <p:spPr>
          <a:xfrm>
            <a:off x="747163" y="4310742"/>
            <a:ext cx="3581046" cy="646331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icHPE"/>
                <a:ea typeface="+mn-ea"/>
                <a:cs typeface="+mn-cs"/>
              </a:rPr>
              <a:t>Key Leanings 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D8C453D-C0EF-A6EB-D873-CC91B1B87390}"/>
              </a:ext>
            </a:extLst>
          </p:cNvPr>
          <p:cNvSpPr txBox="1">
            <a:spLocks/>
          </p:cNvSpPr>
          <p:nvPr/>
        </p:nvSpPr>
        <p:spPr>
          <a:xfrm>
            <a:off x="570074" y="5346939"/>
            <a:ext cx="11104178" cy="81905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200" kern="1200" baseline="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SzPct val="90000"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MetricHPE" panose="020B0503030202060203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Tx/>
              <a:buFont typeface="" panose="020B0303030202060203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" panose="020B0303030202060203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 panose="020B0503030202060203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E70C62-7BC5-3A46-778B-DEE163A6C8B8}"/>
              </a:ext>
            </a:extLst>
          </p:cNvPr>
          <p:cNvSpPr txBox="1"/>
          <p:nvPr/>
        </p:nvSpPr>
        <p:spPr>
          <a:xfrm>
            <a:off x="747163" y="5209757"/>
            <a:ext cx="3581046" cy="646331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icHPE"/>
                <a:ea typeface="+mn-ea"/>
                <a:cs typeface="+mn-cs"/>
              </a:rPr>
              <a:t>Conclusion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31DB3F-9A66-53E4-7FF4-5416409CE738}"/>
              </a:ext>
            </a:extLst>
          </p:cNvPr>
          <p:cNvSpPr txBox="1"/>
          <p:nvPr/>
        </p:nvSpPr>
        <p:spPr>
          <a:xfrm>
            <a:off x="6708449" y="203872"/>
            <a:ext cx="4588821" cy="433965"/>
          </a:xfrm>
          <a:prstGeom prst="rect">
            <a:avLst/>
          </a:prstGeom>
          <a:solidFill>
            <a:schemeClr val="accent2"/>
          </a:solidFill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icHPE"/>
                <a:ea typeface="+mn-ea"/>
                <a:cs typeface="+mn-cs"/>
              </a:rPr>
              <a:t>Use separate slide of each item </a:t>
            </a:r>
            <a:endParaRPr kumimoji="0" lang="en-GB" sz="1800" b="1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icHP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68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3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2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HPE_Standard_Metric_16x9_080117">
  <a:themeElements>
    <a:clrScheme name="HPE Spring 2019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1A982"/>
      </a:hlink>
      <a:folHlink>
        <a:srgbClr val="01A982"/>
      </a:folHlink>
    </a:clrScheme>
    <a:fontScheme name="HPE Standard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noFill/>
        <a:ln w="57150">
          <a:solidFill>
            <a:schemeClr val="accent1"/>
          </a:solidFill>
        </a:ln>
      </a:spPr>
      <a:bodyPr tIns="91440" bIns="9144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57150">
          <a:noFill/>
          <a:miter lim="800000"/>
        </a:ln>
      </a:spPr>
      <a:bodyPr wrap="square" lIns="91440" tIns="91440" rIns="91440" bIns="91440" rtlCol="0">
        <a:spAutoFit/>
      </a:bodyPr>
      <a:lstStyle>
        <a:defPPr marL="285750" indent="-285750" algn="l">
          <a:lnSpc>
            <a:spcPct val="90000"/>
          </a:lnSpc>
          <a:spcBef>
            <a:spcPts val="400"/>
          </a:spcBef>
          <a:buFont typeface="MetricHPE" panose="020B0503030202060203" pitchFamily="34" charset="0"/>
          <a:buChar char="•"/>
          <a:defRPr dirty="0" err="1" smtClean="0"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  <a:extLst>
    <a:ext uri="{05A4C25C-085E-4340-85A3-A5531E510DB2}">
      <thm15:themeFamily xmlns:thm15="http://schemas.microsoft.com/office/thememl/2012/main" name="Presentation1" id="{E01CEC0A-754E-4C29-9093-6C5C4E8C7284}" vid="{C4F1D16E-1AE6-4310-A166-1D00B7EABDC5}"/>
    </a:ext>
  </a:extLst>
</a:theme>
</file>

<file path=ppt/theme/theme2.xml><?xml version="1.0" encoding="utf-8"?>
<a:theme xmlns:a="http://schemas.openxmlformats.org/drawingml/2006/main" name="Office Theme">
  <a:themeElements>
    <a:clrScheme name="HPE Spring 2019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1A982"/>
      </a:hlink>
      <a:folHlink>
        <a:srgbClr val="01A982"/>
      </a:folHlink>
    </a:clrScheme>
    <a:fontScheme name="HPE Standard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PE Spring 2019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1A982"/>
      </a:hlink>
      <a:folHlink>
        <a:srgbClr val="01A982"/>
      </a:folHlink>
    </a:clrScheme>
    <a:fontScheme name="HPE Standard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bcb2bc-7929-4323-8179-d3a579fbb2f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9AB47F81BA3E45B0C2E1C10A907A4B" ma:contentTypeVersion="18" ma:contentTypeDescription="Create a new document." ma:contentTypeScope="" ma:versionID="bc63ceeba3f46b13293709a01bc1dfe1">
  <xsd:schema xmlns:xsd="http://www.w3.org/2001/XMLSchema" xmlns:xs="http://www.w3.org/2001/XMLSchema" xmlns:p="http://schemas.microsoft.com/office/2006/metadata/properties" xmlns:ns3="36bcb2bc-7929-4323-8179-d3a579fbb2f8" xmlns:ns4="aa61ecc3-0a9a-405f-9fab-d43581fabbef" targetNamespace="http://schemas.microsoft.com/office/2006/metadata/properties" ma:root="true" ma:fieldsID="f43ca00ccf63ac2d03c1946e8c9b10bc" ns3:_="" ns4:_="">
    <xsd:import namespace="36bcb2bc-7929-4323-8179-d3a579fbb2f8"/>
    <xsd:import namespace="aa61ecc3-0a9a-405f-9fab-d43581fabbe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bcb2bc-7929-4323-8179-d3a579fbb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61ecc3-0a9a-405f-9fab-d43581fabbe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297834-3EC2-430F-A1E3-E621EA53C864}">
  <ds:schemaRefs>
    <ds:schemaRef ds:uri="http://schemas.microsoft.com/office/2006/metadata/properties"/>
    <ds:schemaRef ds:uri="http://schemas.microsoft.com/office/infopath/2007/PartnerControls"/>
    <ds:schemaRef ds:uri="36bcb2bc-7929-4323-8179-d3a579fbb2f8"/>
  </ds:schemaRefs>
</ds:datastoreItem>
</file>

<file path=customXml/itemProps2.xml><?xml version="1.0" encoding="utf-8"?>
<ds:datastoreItem xmlns:ds="http://schemas.openxmlformats.org/officeDocument/2006/customXml" ds:itemID="{D71EBD5E-C1BC-4F67-AF7F-FC87541965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881FBA-64A1-4D51-B48F-7E21320A3C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bcb2bc-7929-4323-8179-d3a579fbb2f8"/>
    <ds:schemaRef ds:uri="aa61ecc3-0a9a-405f-9fab-d43581fabb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winter2019-hpe-standard-16x9-white-template-1582541636805</Template>
  <TotalTime>2993</TotalTime>
  <Words>126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MetricHPE</vt:lpstr>
      <vt:lpstr>Arial</vt:lpstr>
      <vt:lpstr>MetricHPE Black</vt:lpstr>
      <vt:lpstr>HPE_Standard_Metric_16x9_080117</vt:lpstr>
      <vt:lpstr>FY-26: Career Preview Program                 project Review  (CPP-3)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 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Kulberg, Mitch</dc:creator>
  <cp:lastModifiedBy>M, Hemalatha</cp:lastModifiedBy>
  <cp:revision>10</cp:revision>
  <dcterms:created xsi:type="dcterms:W3CDTF">2020-03-31T18:56:53Z</dcterms:created>
  <dcterms:modified xsi:type="dcterms:W3CDTF">2026-06-12T08:55:50Z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2289701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D6.0.7</vt:lpwstr>
  </property>
  <property fmtid="{D5CDD505-2E9C-101B-9397-08002B2CF9AE}" pid="5" name="ContentTypeId">
    <vt:lpwstr>0x010100AE9AB47F81BA3E45B0C2E1C10A907A4B</vt:lpwstr>
  </property>
</Properties>
</file>