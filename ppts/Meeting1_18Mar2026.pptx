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Inter"/>
      <p:regular r:id="rId13"/>
    </p:embeddedFont>
    <p:embeddedFont>
      <p:font typeface="Inter"/>
      <p:regular r:id="rId14"/>
    </p:embeddedFont>
    <p:embeddedFont>
      <p:font typeface="Inter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93207"/>
            <a:ext cx="6192560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Triaging — The Problem Today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793790" y="1655210"/>
            <a:ext cx="13042821" cy="30242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1903095"/>
            <a:ext cx="290012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Bug Triaging?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93790" y="2460903"/>
            <a:ext cx="13042821" cy="1081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of reading an incoming bug report and deciding severity, ownership, destination repository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Done manually today by engineers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at small scale — breaks at enterprise scale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3790" y="3759756"/>
            <a:ext cx="2955012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Problems at Scale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93790" y="4317563"/>
            <a:ext cx="13042821" cy="2267903"/>
          </a:xfrm>
          <a:prstGeom prst="roundRect">
            <a:avLst>
              <a:gd name="adj" fmla="val 336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1410" y="4325183"/>
            <a:ext cx="13027581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982861" y="4419838"/>
            <a:ext cx="61470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b="1" u="sng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00461" y="4419838"/>
            <a:ext cx="61470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b="1" u="sng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1410" y="4775716"/>
            <a:ext cx="13027581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82861" y="4870371"/>
            <a:ext cx="61470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Scattered data across JIRA, Bugzilla, custom repos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00461" y="4870371"/>
            <a:ext cx="61470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view, constant context switching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1410" y="5226248"/>
            <a:ext cx="13027581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82861" y="5320903"/>
            <a:ext cx="61470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misrouting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00461" y="5320903"/>
            <a:ext cx="61470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Wrong repo, rework, wasted engineer time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1410" y="5676781"/>
            <a:ext cx="13027581" cy="4505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982861" y="5771436"/>
            <a:ext cx="61470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lineage when bugs are copied/reclassified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500461" y="5771436"/>
            <a:ext cx="61470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work, inconsistent tracking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1410" y="6127313"/>
            <a:ext cx="13027581" cy="4505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982861" y="6221968"/>
            <a:ext cx="61470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overhead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500461" y="6221968"/>
            <a:ext cx="614707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Slows remediation, degrades customer experience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65967" y="6911935"/>
            <a:ext cx="12770644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i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solution: an agentic system that automates triage, routing, and tracking across all repositories through a single interface.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93790" y="6748701"/>
            <a:ext cx="22860" cy="587693"/>
          </a:xfrm>
          <a:prstGeom prst="rect">
            <a:avLst/>
          </a:prstGeom>
          <a:solidFill>
            <a:srgbClr val="2B0A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932" y="628650"/>
            <a:ext cx="4917758" cy="48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AI/ML &amp; Agentic Concepts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90932" y="1448793"/>
            <a:ext cx="13048536" cy="31552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90932" y="1724263"/>
            <a:ext cx="5465207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Foundations</a:t>
            </a:r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(how AI understands text)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790932" y="2328386"/>
            <a:ext cx="13048536" cy="158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LLMs —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large models accessed via API, understand and generate language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Tokenization —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text broken into chunks before processing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 —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 represented as numbers, enables semantic similarity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Classification —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assigning labels to text (severity, product area, type)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0932" y="4162306"/>
            <a:ext cx="4651296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Agentic AI</a:t>
            </a:r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(how AI takes actions)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790932" y="4766429"/>
            <a:ext cx="13048536" cy="2001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—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LLMs that can call tools and act in the world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Calling —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 the LLM can invoke (search, create, notify)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Engineering —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instructions that control agent behavior and output format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Orchestration —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specialized agents coordinated by a central orchestrator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Pattern —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 → Act → Observe loop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79063" y="7134106"/>
            <a:ext cx="12760404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 use LLM APIs — no custom model training. Intelligence comes from prompt design and agent coordination."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90932" y="6951107"/>
            <a:ext cx="22860" cy="649724"/>
          </a:xfrm>
          <a:prstGeom prst="rect">
            <a:avLst/>
          </a:prstGeom>
          <a:solidFill>
            <a:srgbClr val="2B0A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95338"/>
            <a:ext cx="5807154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Storage Fundamentals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793790" y="1748845"/>
            <a:ext cx="13042821" cy="34528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2013585"/>
            <a:ext cx="6419017" cy="2249805"/>
          </a:xfrm>
          <a:prstGeom prst="roundRect">
            <a:avLst>
              <a:gd name="adj" fmla="val 4023"/>
            </a:avLst>
          </a:prstGeom>
          <a:solidFill>
            <a:srgbClr val="272525"/>
          </a:solidFill>
          <a:ln w="7620">
            <a:solidFill>
              <a:srgbClr val="403E3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6794" y="223658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🗄️</a:t>
            </a:r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Relational DB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16794" y="2695932"/>
            <a:ext cx="5973008" cy="134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</a:t>
            </a:r>
            <a:endParaRPr lang="en-US" sz="16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Store</a:t>
            </a:r>
            <a:endParaRPr lang="en-US" sz="16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rules</a:t>
            </a:r>
            <a:endParaRPr lang="en-US" sz="16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ACID consistency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17475" y="2013585"/>
            <a:ext cx="6419136" cy="2249805"/>
          </a:xfrm>
          <a:prstGeom prst="roundRect">
            <a:avLst>
              <a:gd name="adj" fmla="val 4023"/>
            </a:avLst>
          </a:prstGeom>
          <a:solidFill>
            <a:srgbClr val="272525"/>
          </a:solidFill>
          <a:ln w="7620">
            <a:solidFill>
              <a:srgbClr val="403E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40479" y="223658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🕸️</a:t>
            </a:r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Graph DB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640479" y="2695932"/>
            <a:ext cx="597312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Neo4j / JanusGraph</a:t>
            </a:r>
            <a:endParaRPr lang="en-US" sz="16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Lineage Graph</a:t>
            </a:r>
            <a:endParaRPr lang="en-US" sz="16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 relationships across repos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93790" y="4493657"/>
            <a:ext cx="6419017" cy="1913692"/>
          </a:xfrm>
          <a:prstGeom prst="roundRect">
            <a:avLst>
              <a:gd name="adj" fmla="val 4729"/>
            </a:avLst>
          </a:prstGeom>
          <a:solidFill>
            <a:srgbClr val="272525"/>
          </a:solidFill>
          <a:ln w="7620">
            <a:solidFill>
              <a:srgbClr val="403E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6794" y="4716661"/>
            <a:ext cx="270783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⚡</a:t>
            </a:r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In-Memory Cache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16794" y="5176004"/>
            <a:ext cx="597300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</a:t>
            </a:r>
            <a:endParaRPr lang="en-US" sz="16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Cache &amp; Rate Control</a:t>
            </a:r>
            <a:endParaRPr lang="en-US" sz="16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+ throttling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417475" y="4493657"/>
            <a:ext cx="6419136" cy="1913692"/>
          </a:xfrm>
          <a:prstGeom prst="roundRect">
            <a:avLst>
              <a:gd name="adj" fmla="val 4729"/>
            </a:avLst>
          </a:prstGeom>
          <a:solidFill>
            <a:srgbClr val="272525"/>
          </a:solidFill>
          <a:ln w="7620">
            <a:solidFill>
              <a:srgbClr val="403E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40479" y="471666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📨</a:t>
            </a:r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Message Queue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7640479" y="5176004"/>
            <a:ext cx="597312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 / NATS</a:t>
            </a:r>
            <a:endParaRPr lang="en-US" sz="16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Bus</a:t>
            </a:r>
            <a:endParaRPr lang="en-US" sz="16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 agent comms &amp; audit logs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116925" y="6867882"/>
            <a:ext cx="12719685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i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"Each storage technology is based on the shape of the data and its access pattern — not one database fits all needs."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793790" y="6637615"/>
            <a:ext cx="30480" cy="796647"/>
          </a:xfrm>
          <a:prstGeom prst="rect">
            <a:avLst/>
          </a:prstGeom>
          <a:solidFill>
            <a:srgbClr val="2B0A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75109"/>
            <a:ext cx="3629144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Other Technologies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793790" y="1637112"/>
            <a:ext cx="13042821" cy="30242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1830586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2309455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93790" y="2867263"/>
            <a:ext cx="13042821" cy="1357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implementation language; key libraries are 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highlight>
                  <a:srgbClr val="34323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asyncio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(async workflows in Task Orchestrator), and Anthropic/OpenAI SDKs for agent calls.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Jupyter Lab / Google Colab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prototyping agents, testing prompts, experimenting with embeddings before system integration.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3790" y="4441984"/>
            <a:ext cx="376868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 &amp; Infrastructure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93790" y="4999792"/>
            <a:ext cx="13042821" cy="1081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Containers (Docker)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each agent and connector runs as an independent container.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Orchestration (Kubernetes basics)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deploying and scaling agents to handle concurrent bug submissions.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containers and cloud servers run Linux.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3790" y="6244233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3790" y="6668691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93790" y="7093148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786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546" y="588169"/>
            <a:ext cx="5064681" cy="34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Steps &amp; Architecture Discussion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748546" y="1132750"/>
            <a:ext cx="13133308" cy="24884"/>
          </a:xfrm>
          <a:prstGeom prst="rect">
            <a:avLst/>
          </a:prstGeom>
          <a:solidFill>
            <a:srgbClr val="E5E0DF">
              <a:alpha val="5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928" y="1253371"/>
            <a:ext cx="8536543" cy="59253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7024" y="7370445"/>
            <a:ext cx="12924830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350" i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"We're ready to move into design. Looking forward to your guidance on the above."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748546" y="7274600"/>
            <a:ext cx="15240" cy="415885"/>
          </a:xfrm>
          <a:prstGeom prst="rect">
            <a:avLst/>
          </a:prstGeom>
          <a:solidFill>
            <a:srgbClr val="2B0A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2026-03-17T14:41:40Z</dcterms:created>
  <dcterms:modified xsi:type="dcterms:W3CDTF">2026-03-17T14:41:40Z</dcterms:modified>
</cp:coreProperties>
</file>